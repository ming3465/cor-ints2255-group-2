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Inconsolata"/>
      <p:regular r:id="rId26"/>
      <p:bold r:id="rId27"/>
    </p:embeddedFont>
    <p:embeddedFont>
      <p:font typeface="Fira Sans Extra Condensed Medium"/>
      <p:regular r:id="rId28"/>
      <p:bold r:id="rId29"/>
      <p:italic r:id="rId30"/>
      <p:boldItalic r:id="rId31"/>
    </p:embeddedFont>
    <p:embeddedFont>
      <p:font typeface="Bebas Neue"/>
      <p:regular r:id="rId32"/>
    </p:embeddedFont>
    <p:embeddedFont>
      <p:font typeface="Fira Sans Condensed Medium"/>
      <p:regular r:id="rId33"/>
      <p:bold r:id="rId34"/>
      <p:italic r:id="rId35"/>
      <p:boldItalic r:id="rId36"/>
    </p:embeddedFont>
    <p:embeddedFont>
      <p:font typeface="Work Sans Medium"/>
      <p:regular r:id="rId37"/>
      <p:bold r:id="rId38"/>
      <p:italic r:id="rId39"/>
      <p:boldItalic r:id="rId40"/>
    </p:embeddedFont>
    <p:embeddedFont>
      <p:font typeface="Open Sans SemiBold"/>
      <p:regular r:id="rId41"/>
      <p:bold r:id="rId42"/>
      <p:italic r:id="rId43"/>
      <p:boldItalic r:id="rId44"/>
    </p:embeddedFont>
    <p:embeddedFont>
      <p:font typeface="Open Sans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7A8696E-3FEB-4B7E-84F4-D241E987192C}">
  <a:tblStyle styleId="{27A8696E-3FEB-4B7E-84F4-D241E987192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WorkSansMedium-boldItalic.fntdata"/><Relationship Id="rId42" Type="http://schemas.openxmlformats.org/officeDocument/2006/relationships/font" Target="fonts/OpenSansSemiBold-bold.fntdata"/><Relationship Id="rId41" Type="http://schemas.openxmlformats.org/officeDocument/2006/relationships/font" Target="fonts/OpenSansSemiBold-regular.fntdata"/><Relationship Id="rId44" Type="http://schemas.openxmlformats.org/officeDocument/2006/relationships/font" Target="fonts/OpenSansSemiBold-boldItalic.fntdata"/><Relationship Id="rId43" Type="http://schemas.openxmlformats.org/officeDocument/2006/relationships/font" Target="fonts/OpenSansSemiBold-italic.fntdata"/><Relationship Id="rId46" Type="http://schemas.openxmlformats.org/officeDocument/2006/relationships/font" Target="fonts/OpenSans-bold.fntdata"/><Relationship Id="rId45" Type="http://schemas.openxmlformats.org/officeDocument/2006/relationships/font" Target="fonts/Open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OpenSans-boldItalic.fntdata"/><Relationship Id="rId47" Type="http://schemas.openxmlformats.org/officeDocument/2006/relationships/font" Target="fonts/Open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FiraSansExtraCondensedMedium-boldItalic.fntdata"/><Relationship Id="rId30" Type="http://schemas.openxmlformats.org/officeDocument/2006/relationships/font" Target="fonts/FiraSansExtraCondensedMedium-italic.fntdata"/><Relationship Id="rId33" Type="http://schemas.openxmlformats.org/officeDocument/2006/relationships/font" Target="fonts/FiraSansCondensedMedium-regular.fntdata"/><Relationship Id="rId32" Type="http://schemas.openxmlformats.org/officeDocument/2006/relationships/font" Target="fonts/BebasNeue-regular.fntdata"/><Relationship Id="rId35" Type="http://schemas.openxmlformats.org/officeDocument/2006/relationships/font" Target="fonts/FiraSansCondensedMedium-italic.fntdata"/><Relationship Id="rId34" Type="http://schemas.openxmlformats.org/officeDocument/2006/relationships/font" Target="fonts/FiraSansCondensedMedium-bold.fntdata"/><Relationship Id="rId37" Type="http://schemas.openxmlformats.org/officeDocument/2006/relationships/font" Target="fonts/WorkSansMedium-regular.fntdata"/><Relationship Id="rId36" Type="http://schemas.openxmlformats.org/officeDocument/2006/relationships/font" Target="fonts/FiraSansCondensedMedium-boldItalic.fntdata"/><Relationship Id="rId39" Type="http://schemas.openxmlformats.org/officeDocument/2006/relationships/font" Target="fonts/WorkSansMedium-italic.fntdata"/><Relationship Id="rId38" Type="http://schemas.openxmlformats.org/officeDocument/2006/relationships/font" Target="fonts/WorkSansMedium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font" Target="fonts/Inconsolata-regular.fntdata"/><Relationship Id="rId25" Type="http://schemas.openxmlformats.org/officeDocument/2006/relationships/slide" Target="slides/slide19.xml"/><Relationship Id="rId28" Type="http://schemas.openxmlformats.org/officeDocument/2006/relationships/font" Target="fonts/FiraSansExtraCondensedMedium-regular.fntdata"/><Relationship Id="rId27" Type="http://schemas.openxmlformats.org/officeDocument/2006/relationships/font" Target="fonts/Inconsolata-bold.fntdata"/><Relationship Id="rId29" Type="http://schemas.openxmlformats.org/officeDocument/2006/relationships/font" Target="fonts/FiraSansExtraCondensedMedium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f2a4424586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f2a4424586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d460a07a3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d460a07a3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dd64b429a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dd64b429a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dd64b429a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dd64b429a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dd64b429a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dd64b429a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d49c05359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d49c0535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d49c05359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d49c05359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d49c05359d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d49c05359d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d49c05359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d49c05359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dd64b429af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dd64b429af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dd64b429af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dd64b429af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dd64b429af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dd64b429af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d4ea14926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d4ea14926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d4ea14926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d4ea1492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d4ea14926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d4ea14926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d4ea14926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d4ea14926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f2a4424586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f2a442458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dd64b429af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dd64b429a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dd64b429af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dd64b429af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495626"/>
            <a:ext cx="5408700" cy="28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4010175"/>
            <a:ext cx="7717500" cy="5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4746650" y="953825"/>
            <a:ext cx="4516200" cy="4516200"/>
          </a:xfrm>
          <a:prstGeom prst="ellipse">
            <a:avLst/>
          </a:prstGeom>
          <a:gradFill>
            <a:gsLst>
              <a:gs pos="0">
                <a:srgbClr val="4C9484">
                  <a:alpha val="38039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5826274" y="-1017626"/>
            <a:ext cx="4310400" cy="4310400"/>
          </a:xfrm>
          <a:prstGeom prst="ellipse">
            <a:avLst/>
          </a:prstGeom>
          <a:gradFill>
            <a:gsLst>
              <a:gs pos="0">
                <a:srgbClr val="B8B9C0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713188" y="1600025"/>
            <a:ext cx="4284300" cy="10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2436154" y="140559"/>
            <a:ext cx="2561400" cy="12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713225" y="4166097"/>
            <a:ext cx="4284300" cy="5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7" name="Google Shape;17;p3"/>
          <p:cNvSpPr/>
          <p:nvPr/>
        </p:nvSpPr>
        <p:spPr>
          <a:xfrm flipH="1">
            <a:off x="2798475" y="1637175"/>
            <a:ext cx="4131300" cy="41313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 flipH="1">
            <a:off x="-608450" y="-540550"/>
            <a:ext cx="3685500" cy="36855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>
            <p:ph idx="3" type="pic"/>
          </p:nvPr>
        </p:nvSpPr>
        <p:spPr>
          <a:xfrm>
            <a:off x="5164500" y="0"/>
            <a:ext cx="39795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712350" y="344909"/>
            <a:ext cx="771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subTitle"/>
          </p:nvPr>
        </p:nvSpPr>
        <p:spPr>
          <a:xfrm>
            <a:off x="712350" y="1092375"/>
            <a:ext cx="7719300" cy="4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23" name="Google Shape;23;p4"/>
          <p:cNvSpPr/>
          <p:nvPr/>
        </p:nvSpPr>
        <p:spPr>
          <a:xfrm>
            <a:off x="7604625" y="3885625"/>
            <a:ext cx="2555400" cy="25554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-1973425" y="-2063100"/>
            <a:ext cx="4763700" cy="47637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-1829650" y="3490800"/>
            <a:ext cx="3429300" cy="34293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/>
          <p:nvPr/>
        </p:nvSpPr>
        <p:spPr>
          <a:xfrm>
            <a:off x="6883950" y="-1816675"/>
            <a:ext cx="3932100" cy="39321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713225" y="430500"/>
            <a:ext cx="7332600" cy="9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subTitle"/>
          </p:nvPr>
        </p:nvSpPr>
        <p:spPr>
          <a:xfrm>
            <a:off x="1374513" y="3148204"/>
            <a:ext cx="3089700" cy="12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4679788" y="3148204"/>
            <a:ext cx="3089700" cy="12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3" type="subTitle"/>
          </p:nvPr>
        </p:nvSpPr>
        <p:spPr>
          <a:xfrm>
            <a:off x="1374513" y="2466212"/>
            <a:ext cx="3089700" cy="5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taatliches"/>
              <a:buNone/>
              <a:defRPr b="1" sz="2300"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4" type="subTitle"/>
          </p:nvPr>
        </p:nvSpPr>
        <p:spPr>
          <a:xfrm>
            <a:off x="4679788" y="2466212"/>
            <a:ext cx="3089700" cy="5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taatliches"/>
              <a:buNone/>
              <a:defRPr b="1" sz="2300"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5" type="subTitle"/>
          </p:nvPr>
        </p:nvSpPr>
        <p:spPr>
          <a:xfrm>
            <a:off x="713225" y="1668375"/>
            <a:ext cx="7726800" cy="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/>
          <p:nvPr/>
        </p:nvSpPr>
        <p:spPr>
          <a:xfrm flipH="1">
            <a:off x="6309850" y="-1654300"/>
            <a:ext cx="4312500" cy="4312500"/>
          </a:xfrm>
          <a:prstGeom prst="ellipse">
            <a:avLst/>
          </a:prstGeom>
          <a:gradFill>
            <a:gsLst>
              <a:gs pos="0">
                <a:srgbClr val="44D4B4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" name="Google Shape;37;p6"/>
          <p:cNvSpPr/>
          <p:nvPr/>
        </p:nvSpPr>
        <p:spPr>
          <a:xfrm flipH="1">
            <a:off x="-2165100" y="3684200"/>
            <a:ext cx="3647700" cy="36477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/>
          <p:nvPr/>
        </p:nvSpPr>
        <p:spPr>
          <a:xfrm>
            <a:off x="6877925" y="958275"/>
            <a:ext cx="4598400" cy="4598400"/>
          </a:xfrm>
          <a:prstGeom prst="ellipse">
            <a:avLst/>
          </a:prstGeom>
          <a:gradFill>
            <a:gsLst>
              <a:gs pos="0">
                <a:schemeClr val="accent3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7"/>
          <p:cNvSpPr/>
          <p:nvPr/>
        </p:nvSpPr>
        <p:spPr>
          <a:xfrm>
            <a:off x="-2685100" y="-1618950"/>
            <a:ext cx="5506800" cy="5506800"/>
          </a:xfrm>
          <a:prstGeom prst="ellipse">
            <a:avLst/>
          </a:prstGeom>
          <a:gradFill>
            <a:gsLst>
              <a:gs pos="0">
                <a:srgbClr val="4C9484">
                  <a:alpha val="3176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2007050" y="1116617"/>
            <a:ext cx="5200500" cy="13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subTitle"/>
          </p:nvPr>
        </p:nvSpPr>
        <p:spPr>
          <a:xfrm>
            <a:off x="2007050" y="2862592"/>
            <a:ext cx="4501200" cy="13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/>
          <p:nvPr/>
        </p:nvSpPr>
        <p:spPr>
          <a:xfrm>
            <a:off x="5140425" y="1576275"/>
            <a:ext cx="4516200" cy="45162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8"/>
          <p:cNvSpPr/>
          <p:nvPr/>
        </p:nvSpPr>
        <p:spPr>
          <a:xfrm>
            <a:off x="-582351" y="-485301"/>
            <a:ext cx="4310400" cy="4310400"/>
          </a:xfrm>
          <a:prstGeom prst="ellipse">
            <a:avLst/>
          </a:prstGeom>
          <a:gradFill>
            <a:gsLst>
              <a:gs pos="0">
                <a:srgbClr val="B8B9C0">
                  <a:alpha val="8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6" name="Google Shape;46;p8"/>
          <p:cNvSpPr txBox="1"/>
          <p:nvPr>
            <p:ph type="title"/>
          </p:nvPr>
        </p:nvSpPr>
        <p:spPr>
          <a:xfrm>
            <a:off x="735800" y="1341400"/>
            <a:ext cx="6143100" cy="25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>
            <p:ph type="ctrTitle"/>
          </p:nvPr>
        </p:nvSpPr>
        <p:spPr>
          <a:xfrm>
            <a:off x="713225" y="1395931"/>
            <a:ext cx="5226900" cy="1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9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713225" y="2719014"/>
            <a:ext cx="4272000" cy="11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0" name="Google Shape;50;p9"/>
          <p:cNvSpPr/>
          <p:nvPr/>
        </p:nvSpPr>
        <p:spPr>
          <a:xfrm>
            <a:off x="3803575" y="843650"/>
            <a:ext cx="4516200" cy="4516200"/>
          </a:xfrm>
          <a:prstGeom prst="ellipse">
            <a:avLst/>
          </a:prstGeom>
          <a:gradFill>
            <a:gsLst>
              <a:gs pos="0">
                <a:srgbClr val="B8B9C0">
                  <a:alpha val="8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9"/>
          <p:cNvSpPr/>
          <p:nvPr/>
        </p:nvSpPr>
        <p:spPr>
          <a:xfrm>
            <a:off x="2783524" y="-991326"/>
            <a:ext cx="4310400" cy="4310400"/>
          </a:xfrm>
          <a:prstGeom prst="ellipse">
            <a:avLst/>
          </a:prstGeom>
          <a:gradFill>
            <a:gsLst>
              <a:gs pos="0">
                <a:srgbClr val="44D4B4">
                  <a:alpha val="16862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/>
          <p:nvPr>
            <p:ph idx="2" type="pic"/>
          </p:nvPr>
        </p:nvSpPr>
        <p:spPr>
          <a:xfrm>
            <a:off x="1850" y="-1225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10"/>
          <p:cNvSpPr txBox="1"/>
          <p:nvPr>
            <p:ph type="title"/>
          </p:nvPr>
        </p:nvSpPr>
        <p:spPr>
          <a:xfrm>
            <a:off x="679825" y="3583400"/>
            <a:ext cx="3923100" cy="9219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1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>
            <p:ph hasCustomPrompt="1" type="title"/>
          </p:nvPr>
        </p:nvSpPr>
        <p:spPr>
          <a:xfrm>
            <a:off x="698550" y="1106125"/>
            <a:ext cx="7137300" cy="16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7" name="Google Shape;57;p11"/>
          <p:cNvSpPr txBox="1"/>
          <p:nvPr>
            <p:ph idx="1" type="subTitle"/>
          </p:nvPr>
        </p:nvSpPr>
        <p:spPr>
          <a:xfrm>
            <a:off x="698550" y="3321321"/>
            <a:ext cx="4965900" cy="7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8" name="Google Shape;58;p11"/>
          <p:cNvSpPr/>
          <p:nvPr/>
        </p:nvSpPr>
        <p:spPr>
          <a:xfrm>
            <a:off x="6419175" y="1901137"/>
            <a:ext cx="4516200" cy="4516200"/>
          </a:xfrm>
          <a:prstGeom prst="ellipse">
            <a:avLst/>
          </a:prstGeom>
          <a:gradFill>
            <a:gsLst>
              <a:gs pos="0">
                <a:srgbClr val="93E6D3">
                  <a:alpha val="76862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1"/>
          <p:cNvSpPr/>
          <p:nvPr/>
        </p:nvSpPr>
        <p:spPr>
          <a:xfrm>
            <a:off x="4345624" y="-1246589"/>
            <a:ext cx="4310400" cy="43104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0" name="Google Shape;60;p11"/>
          <p:cNvSpPr/>
          <p:nvPr/>
        </p:nvSpPr>
        <p:spPr>
          <a:xfrm>
            <a:off x="-975401" y="3165549"/>
            <a:ext cx="4310400" cy="43104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2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 flipH="1">
            <a:off x="1415725" y="1509850"/>
            <a:ext cx="23958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 flipH="1">
            <a:off x="1415975" y="2328350"/>
            <a:ext cx="23955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3"/>
          <p:cNvSpPr txBox="1"/>
          <p:nvPr>
            <p:ph hasCustomPrompt="1" idx="2" type="title"/>
          </p:nvPr>
        </p:nvSpPr>
        <p:spPr>
          <a:xfrm flipH="1">
            <a:off x="720753" y="1263787"/>
            <a:ext cx="733500" cy="13533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9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/>
          <p:nvPr>
            <p:ph idx="3" type="ctrTitle"/>
          </p:nvPr>
        </p:nvSpPr>
        <p:spPr>
          <a:xfrm>
            <a:off x="4829051" y="1509859"/>
            <a:ext cx="23958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67" name="Google Shape;67;p13"/>
          <p:cNvSpPr txBox="1"/>
          <p:nvPr>
            <p:ph idx="4" type="subTitle"/>
          </p:nvPr>
        </p:nvSpPr>
        <p:spPr>
          <a:xfrm>
            <a:off x="4829025" y="2328350"/>
            <a:ext cx="23955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8" name="Google Shape;68;p13"/>
          <p:cNvSpPr txBox="1"/>
          <p:nvPr>
            <p:ph hasCustomPrompt="1" idx="5" type="title"/>
          </p:nvPr>
        </p:nvSpPr>
        <p:spPr>
          <a:xfrm>
            <a:off x="4133313" y="1267087"/>
            <a:ext cx="733500" cy="1350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9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/>
          <p:nvPr>
            <p:ph idx="6" type="ctrTitle"/>
          </p:nvPr>
        </p:nvSpPr>
        <p:spPr>
          <a:xfrm flipH="1">
            <a:off x="1415723" y="3091750"/>
            <a:ext cx="23958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0" name="Google Shape;70;p13"/>
          <p:cNvSpPr txBox="1"/>
          <p:nvPr>
            <p:ph idx="7" type="subTitle"/>
          </p:nvPr>
        </p:nvSpPr>
        <p:spPr>
          <a:xfrm flipH="1">
            <a:off x="1415771" y="3907446"/>
            <a:ext cx="23955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3"/>
          <p:cNvSpPr txBox="1"/>
          <p:nvPr>
            <p:ph hasCustomPrompt="1" idx="8" type="title"/>
          </p:nvPr>
        </p:nvSpPr>
        <p:spPr>
          <a:xfrm flipH="1">
            <a:off x="723428" y="2846638"/>
            <a:ext cx="733500" cy="1350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9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/>
          <p:nvPr>
            <p:ph idx="9" type="ctrTitle"/>
          </p:nvPr>
        </p:nvSpPr>
        <p:spPr>
          <a:xfrm>
            <a:off x="4829053" y="3091759"/>
            <a:ext cx="23958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3" name="Google Shape;73;p13"/>
          <p:cNvSpPr txBox="1"/>
          <p:nvPr>
            <p:ph idx="13" type="subTitle"/>
          </p:nvPr>
        </p:nvSpPr>
        <p:spPr>
          <a:xfrm>
            <a:off x="4829054" y="3907446"/>
            <a:ext cx="23955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13"/>
          <p:cNvSpPr txBox="1"/>
          <p:nvPr>
            <p:ph hasCustomPrompt="1" idx="14" type="title"/>
          </p:nvPr>
        </p:nvSpPr>
        <p:spPr>
          <a:xfrm>
            <a:off x="4130513" y="2846638"/>
            <a:ext cx="733500" cy="1350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9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5" name="Google Shape;75;p13"/>
          <p:cNvSpPr txBox="1"/>
          <p:nvPr>
            <p:ph idx="15" type="ctrTitle"/>
          </p:nvPr>
        </p:nvSpPr>
        <p:spPr>
          <a:xfrm>
            <a:off x="715450" y="436050"/>
            <a:ext cx="7713000" cy="577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6" name="Google Shape;76;p13"/>
          <p:cNvSpPr/>
          <p:nvPr/>
        </p:nvSpPr>
        <p:spPr>
          <a:xfrm>
            <a:off x="7170050" y="1976500"/>
            <a:ext cx="3647700" cy="3647700"/>
          </a:xfrm>
          <a:prstGeom prst="ellipse">
            <a:avLst/>
          </a:prstGeom>
          <a:gradFill>
            <a:gsLst>
              <a:gs pos="0">
                <a:srgbClr val="4C9484">
                  <a:alpha val="57647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3"/>
          <p:cNvSpPr/>
          <p:nvPr/>
        </p:nvSpPr>
        <p:spPr>
          <a:xfrm>
            <a:off x="7347650" y="-809450"/>
            <a:ext cx="2697900" cy="26979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ONE_COLUMN_TEXT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713225" y="4127083"/>
            <a:ext cx="3310200" cy="48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21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713225" y="1073608"/>
            <a:ext cx="4596000" cy="17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81" name="Google Shape;81;p14"/>
          <p:cNvSpPr/>
          <p:nvPr/>
        </p:nvSpPr>
        <p:spPr>
          <a:xfrm>
            <a:off x="-74175" y="2702400"/>
            <a:ext cx="1600" cy="1600"/>
          </a:xfrm>
          <a:custGeom>
            <a:rect b="b" l="l" r="r" t="t"/>
            <a:pathLst>
              <a:path extrusionOk="0" h="64" w="64">
                <a:moveTo>
                  <a:pt x="63" y="0"/>
                </a:moveTo>
                <a:cubicBezTo>
                  <a:pt x="21" y="21"/>
                  <a:pt x="0" y="21"/>
                  <a:pt x="0" y="63"/>
                </a:cubicBezTo>
                <a:cubicBezTo>
                  <a:pt x="42" y="63"/>
                  <a:pt x="63" y="21"/>
                  <a:pt x="63" y="0"/>
                </a:cubicBezTo>
                <a:close/>
              </a:path>
            </a:pathLst>
          </a:custGeom>
          <a:solidFill>
            <a:srgbClr val="D7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4"/>
          <p:cNvSpPr/>
          <p:nvPr/>
        </p:nvSpPr>
        <p:spPr>
          <a:xfrm>
            <a:off x="-72600" y="2702400"/>
            <a:ext cx="25" cy="25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D7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4"/>
          <p:cNvSpPr/>
          <p:nvPr/>
        </p:nvSpPr>
        <p:spPr>
          <a:xfrm>
            <a:off x="5233425" y="-1776250"/>
            <a:ext cx="4763700" cy="47637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4"/>
          <p:cNvSpPr/>
          <p:nvPr/>
        </p:nvSpPr>
        <p:spPr>
          <a:xfrm>
            <a:off x="7812250" y="812675"/>
            <a:ext cx="2442600" cy="24426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" name="Google Shape;87;p15"/>
          <p:cNvSpPr/>
          <p:nvPr/>
        </p:nvSpPr>
        <p:spPr>
          <a:xfrm>
            <a:off x="7944150" y="2874975"/>
            <a:ext cx="3647700" cy="3647700"/>
          </a:xfrm>
          <a:prstGeom prst="ellipse">
            <a:avLst/>
          </a:prstGeom>
          <a:gradFill>
            <a:gsLst>
              <a:gs pos="0">
                <a:schemeClr val="dk2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/>
          <p:nvPr/>
        </p:nvSpPr>
        <p:spPr>
          <a:xfrm>
            <a:off x="-1391350" y="258825"/>
            <a:ext cx="2697900" cy="2697900"/>
          </a:xfrm>
          <a:prstGeom prst="ellipse">
            <a:avLst/>
          </a:prstGeom>
          <a:gradFill>
            <a:gsLst>
              <a:gs pos="0">
                <a:schemeClr val="accent3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" name="Google Shape;91;p16"/>
          <p:cNvSpPr/>
          <p:nvPr/>
        </p:nvSpPr>
        <p:spPr>
          <a:xfrm>
            <a:off x="-2454225" y="2649100"/>
            <a:ext cx="3647700" cy="3647700"/>
          </a:xfrm>
          <a:prstGeom prst="ellipse">
            <a:avLst/>
          </a:prstGeom>
          <a:gradFill>
            <a:gsLst>
              <a:gs pos="0">
                <a:schemeClr val="accent3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7931625" y="-603825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/>
        </p:nvSpPr>
        <p:spPr>
          <a:xfrm>
            <a:off x="5375825" y="-1776250"/>
            <a:ext cx="4763700" cy="4763700"/>
          </a:xfrm>
          <a:prstGeom prst="ellipse">
            <a:avLst/>
          </a:prstGeom>
          <a:gradFill>
            <a:gsLst>
              <a:gs pos="0">
                <a:schemeClr val="accent3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6" name="Google Shape;96;p17"/>
          <p:cNvSpPr/>
          <p:nvPr/>
        </p:nvSpPr>
        <p:spPr>
          <a:xfrm>
            <a:off x="-1325425" y="3628450"/>
            <a:ext cx="2555400" cy="2555400"/>
          </a:xfrm>
          <a:prstGeom prst="ellipse">
            <a:avLst/>
          </a:prstGeom>
          <a:gradFill>
            <a:gsLst>
              <a:gs pos="0">
                <a:srgbClr val="4C9484">
                  <a:alpha val="64313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4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9" name="Google Shape;99;p18"/>
          <p:cNvSpPr/>
          <p:nvPr/>
        </p:nvSpPr>
        <p:spPr>
          <a:xfrm>
            <a:off x="-2715300" y="2289150"/>
            <a:ext cx="4763700" cy="4763700"/>
          </a:xfrm>
          <a:prstGeom prst="ellipse">
            <a:avLst/>
          </a:prstGeom>
          <a:gradFill>
            <a:gsLst>
              <a:gs pos="0">
                <a:schemeClr val="accent3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/>
          <p:nvPr/>
        </p:nvSpPr>
        <p:spPr>
          <a:xfrm>
            <a:off x="7416100" y="-1348725"/>
            <a:ext cx="2937600" cy="29376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5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" name="Google Shape;103;p19"/>
          <p:cNvSpPr/>
          <p:nvPr/>
        </p:nvSpPr>
        <p:spPr>
          <a:xfrm>
            <a:off x="7254450" y="2609475"/>
            <a:ext cx="3647700" cy="36477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/>
          <p:nvPr/>
        </p:nvSpPr>
        <p:spPr>
          <a:xfrm>
            <a:off x="-1559500" y="-636350"/>
            <a:ext cx="2697900" cy="2697900"/>
          </a:xfrm>
          <a:prstGeom prst="ellipse">
            <a:avLst/>
          </a:prstGeom>
          <a:gradFill>
            <a:gsLst>
              <a:gs pos="0">
                <a:schemeClr val="dk2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TITLE_ONLY_6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/>
          <p:nvPr/>
        </p:nvSpPr>
        <p:spPr>
          <a:xfrm>
            <a:off x="5375825" y="-1776250"/>
            <a:ext cx="4763700" cy="47637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0"/>
          <p:cNvSpPr txBox="1"/>
          <p:nvPr>
            <p:ph type="ctrTitle"/>
          </p:nvPr>
        </p:nvSpPr>
        <p:spPr>
          <a:xfrm>
            <a:off x="708625" y="428483"/>
            <a:ext cx="77268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TITLE_ONLY_7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/>
          <p:nvPr/>
        </p:nvSpPr>
        <p:spPr>
          <a:xfrm>
            <a:off x="5558825" y="-1507975"/>
            <a:ext cx="4763700" cy="47637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1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1" name="Google Shape;111;p21"/>
          <p:cNvSpPr/>
          <p:nvPr/>
        </p:nvSpPr>
        <p:spPr>
          <a:xfrm>
            <a:off x="-1786025" y="3187200"/>
            <a:ext cx="3647700" cy="36477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8">
  <p:cSld name="TITLE_ONLY_8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4" name="Google Shape;114;p22"/>
          <p:cNvSpPr/>
          <p:nvPr/>
        </p:nvSpPr>
        <p:spPr>
          <a:xfrm rot="-1674204">
            <a:off x="7568418" y="215952"/>
            <a:ext cx="3647575" cy="3647575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2"/>
          <p:cNvSpPr/>
          <p:nvPr/>
        </p:nvSpPr>
        <p:spPr>
          <a:xfrm rot="-1674432">
            <a:off x="6927657" y="-576384"/>
            <a:ext cx="2697841" cy="2697841"/>
          </a:xfrm>
          <a:prstGeom prst="ellipse">
            <a:avLst/>
          </a:prstGeom>
          <a:gradFill>
            <a:gsLst>
              <a:gs pos="0">
                <a:srgbClr val="B8B9C0">
                  <a:alpha val="8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2"/>
          <p:cNvSpPr/>
          <p:nvPr/>
        </p:nvSpPr>
        <p:spPr>
          <a:xfrm rot="-1674432">
            <a:off x="-1256118" y="3214616"/>
            <a:ext cx="2697841" cy="2697841"/>
          </a:xfrm>
          <a:prstGeom prst="ellipse">
            <a:avLst/>
          </a:prstGeom>
          <a:gradFill>
            <a:gsLst>
              <a:gs pos="0">
                <a:srgbClr val="B8B9C0">
                  <a:alpha val="8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9">
  <p:cSld name="TITLE_ONLY_9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9" name="Google Shape;119;p23"/>
          <p:cNvSpPr/>
          <p:nvPr/>
        </p:nvSpPr>
        <p:spPr>
          <a:xfrm>
            <a:off x="-1804250" y="2312175"/>
            <a:ext cx="4763700" cy="4763700"/>
          </a:xfrm>
          <a:prstGeom prst="ellipse">
            <a:avLst/>
          </a:prstGeom>
          <a:gradFill>
            <a:gsLst>
              <a:gs pos="0">
                <a:srgbClr val="4C9484">
                  <a:alpha val="57647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3"/>
          <p:cNvSpPr/>
          <p:nvPr/>
        </p:nvSpPr>
        <p:spPr>
          <a:xfrm>
            <a:off x="7371600" y="-953075"/>
            <a:ext cx="2937600" cy="2937600"/>
          </a:xfrm>
          <a:prstGeom prst="ellipse">
            <a:avLst/>
          </a:prstGeom>
          <a:gradFill>
            <a:gsLst>
              <a:gs pos="0">
                <a:srgbClr val="B8B9C0">
                  <a:alpha val="8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0">
  <p:cSld name="TITLE_ONLY_10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3" name="Google Shape;123;p24"/>
          <p:cNvSpPr/>
          <p:nvPr/>
        </p:nvSpPr>
        <p:spPr>
          <a:xfrm>
            <a:off x="-1351300" y="3243450"/>
            <a:ext cx="3647700" cy="3647700"/>
          </a:xfrm>
          <a:prstGeom prst="ellipse">
            <a:avLst/>
          </a:prstGeom>
          <a:gradFill>
            <a:gsLst>
              <a:gs pos="0">
                <a:srgbClr val="B8B9C0">
                  <a:alpha val="8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4"/>
          <p:cNvSpPr/>
          <p:nvPr/>
        </p:nvSpPr>
        <p:spPr>
          <a:xfrm>
            <a:off x="5016900" y="268575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4"/>
          <p:cNvSpPr/>
          <p:nvPr/>
        </p:nvSpPr>
        <p:spPr>
          <a:xfrm>
            <a:off x="2211125" y="387100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4"/>
          <p:cNvSpPr/>
          <p:nvPr/>
        </p:nvSpPr>
        <p:spPr>
          <a:xfrm>
            <a:off x="3595625" y="341525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4"/>
          <p:cNvSpPr/>
          <p:nvPr/>
        </p:nvSpPr>
        <p:spPr>
          <a:xfrm>
            <a:off x="6410350" y="227175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1">
  <p:cSld name="TITLE_ONLY_11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0" name="Google Shape;130;p25"/>
          <p:cNvSpPr/>
          <p:nvPr/>
        </p:nvSpPr>
        <p:spPr>
          <a:xfrm rot="-1674432">
            <a:off x="-995293" y="3564341"/>
            <a:ext cx="2697841" cy="2697841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5"/>
          <p:cNvSpPr/>
          <p:nvPr/>
        </p:nvSpPr>
        <p:spPr>
          <a:xfrm rot="-1674204">
            <a:off x="7853793" y="-1135948"/>
            <a:ext cx="3647575" cy="3647575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2">
  <p:cSld name="TITLE_ONLY_1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4" name="Google Shape;134;p26"/>
          <p:cNvSpPr/>
          <p:nvPr/>
        </p:nvSpPr>
        <p:spPr>
          <a:xfrm rot="-1674204">
            <a:off x="-1936632" y="2915427"/>
            <a:ext cx="3647575" cy="3647575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6"/>
          <p:cNvSpPr/>
          <p:nvPr/>
        </p:nvSpPr>
        <p:spPr>
          <a:xfrm rot="-1674432">
            <a:off x="7486507" y="-726234"/>
            <a:ext cx="2697841" cy="2697841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3">
  <p:cSld name="TITLE_ONLY_13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8" name="Google Shape;138;p27"/>
          <p:cNvSpPr/>
          <p:nvPr/>
        </p:nvSpPr>
        <p:spPr>
          <a:xfrm>
            <a:off x="6725375" y="-1738825"/>
            <a:ext cx="4131300" cy="41313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7"/>
          <p:cNvSpPr/>
          <p:nvPr/>
        </p:nvSpPr>
        <p:spPr>
          <a:xfrm>
            <a:off x="-2630800" y="2788050"/>
            <a:ext cx="3685500" cy="36855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4">
  <p:cSld name="TITLE_ONLY_14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2" name="Google Shape;142;p28"/>
          <p:cNvSpPr/>
          <p:nvPr/>
        </p:nvSpPr>
        <p:spPr>
          <a:xfrm>
            <a:off x="6711175" y="-396400"/>
            <a:ext cx="4763700" cy="47637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8"/>
          <p:cNvSpPr/>
          <p:nvPr/>
        </p:nvSpPr>
        <p:spPr>
          <a:xfrm>
            <a:off x="-654650" y="3297075"/>
            <a:ext cx="2555400" cy="25554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5">
  <p:cSld name="TITLE_ONLY_15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9"/>
          <p:cNvSpPr txBox="1"/>
          <p:nvPr>
            <p:ph type="ctrTitle"/>
          </p:nvPr>
        </p:nvSpPr>
        <p:spPr>
          <a:xfrm>
            <a:off x="708625" y="341525"/>
            <a:ext cx="7726800" cy="6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6" name="Google Shape;146;p29"/>
          <p:cNvSpPr/>
          <p:nvPr/>
        </p:nvSpPr>
        <p:spPr>
          <a:xfrm>
            <a:off x="6162175" y="-2320450"/>
            <a:ext cx="4763700" cy="4763700"/>
          </a:xfrm>
          <a:prstGeom prst="ellipse">
            <a:avLst/>
          </a:prstGeom>
          <a:gradFill>
            <a:gsLst>
              <a:gs pos="0">
                <a:srgbClr val="B8B9C0">
                  <a:alpha val="8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9"/>
          <p:cNvSpPr/>
          <p:nvPr/>
        </p:nvSpPr>
        <p:spPr>
          <a:xfrm>
            <a:off x="3813525" y="-2072500"/>
            <a:ext cx="3348900" cy="33489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6">
  <p:cSld name="TITLE_ONLY_16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0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0" name="Google Shape;150;p30"/>
          <p:cNvSpPr/>
          <p:nvPr/>
        </p:nvSpPr>
        <p:spPr>
          <a:xfrm>
            <a:off x="6389050" y="2315750"/>
            <a:ext cx="4131300" cy="41313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30"/>
          <p:cNvSpPr/>
          <p:nvPr/>
        </p:nvSpPr>
        <p:spPr>
          <a:xfrm>
            <a:off x="-2188800" y="-609300"/>
            <a:ext cx="3685500" cy="36855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7">
  <p:cSld name="TITLE_ONLY_17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1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4" name="Google Shape;154;p31"/>
          <p:cNvSpPr/>
          <p:nvPr/>
        </p:nvSpPr>
        <p:spPr>
          <a:xfrm>
            <a:off x="6725375" y="-1738825"/>
            <a:ext cx="4131300" cy="41313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1"/>
          <p:cNvSpPr/>
          <p:nvPr/>
        </p:nvSpPr>
        <p:spPr>
          <a:xfrm>
            <a:off x="-2624025" y="2808375"/>
            <a:ext cx="3685500" cy="36855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8">
  <p:cSld name="TITLE_ONLY_18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2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8" name="Google Shape;158;p32"/>
          <p:cNvSpPr/>
          <p:nvPr/>
        </p:nvSpPr>
        <p:spPr>
          <a:xfrm>
            <a:off x="6355200" y="1761850"/>
            <a:ext cx="4501500" cy="45015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2"/>
          <p:cNvSpPr/>
          <p:nvPr/>
        </p:nvSpPr>
        <p:spPr>
          <a:xfrm>
            <a:off x="-1318350" y="999500"/>
            <a:ext cx="2803800" cy="28038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9">
  <p:cSld name="TITLE_ONLY_19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3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2" name="Google Shape;162;p33"/>
          <p:cNvSpPr/>
          <p:nvPr/>
        </p:nvSpPr>
        <p:spPr>
          <a:xfrm>
            <a:off x="7542150" y="-1970700"/>
            <a:ext cx="4516200" cy="4516200"/>
          </a:xfrm>
          <a:prstGeom prst="ellipse">
            <a:avLst/>
          </a:prstGeom>
          <a:gradFill>
            <a:gsLst>
              <a:gs pos="0">
                <a:srgbClr val="B8B9C0">
                  <a:alpha val="8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3"/>
          <p:cNvSpPr/>
          <p:nvPr/>
        </p:nvSpPr>
        <p:spPr>
          <a:xfrm>
            <a:off x="-2201926" y="2021274"/>
            <a:ext cx="4310400" cy="4310400"/>
          </a:xfrm>
          <a:prstGeom prst="ellipse">
            <a:avLst/>
          </a:prstGeom>
          <a:gradFill>
            <a:gsLst>
              <a:gs pos="0">
                <a:srgbClr val="93E6D3">
                  <a:alpha val="76862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0">
  <p:cSld name="TITLE_ONLY_20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6" name="Google Shape;166;p34"/>
          <p:cNvSpPr/>
          <p:nvPr/>
        </p:nvSpPr>
        <p:spPr>
          <a:xfrm flipH="1">
            <a:off x="5259050" y="-2159600"/>
            <a:ext cx="3685500" cy="36855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1">
  <p:cSld name="TITLE_ONLY_2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5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9" name="Google Shape;169;p35"/>
          <p:cNvSpPr/>
          <p:nvPr/>
        </p:nvSpPr>
        <p:spPr>
          <a:xfrm flipH="1">
            <a:off x="7546950" y="-368500"/>
            <a:ext cx="3685500" cy="36855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0" name="Google Shape;170;p35"/>
          <p:cNvGrpSpPr/>
          <p:nvPr/>
        </p:nvGrpSpPr>
        <p:grpSpPr>
          <a:xfrm>
            <a:off x="3454600" y="1316050"/>
            <a:ext cx="4341725" cy="3619025"/>
            <a:chOff x="3454600" y="1316050"/>
            <a:chExt cx="4341725" cy="3619025"/>
          </a:xfrm>
        </p:grpSpPr>
        <p:sp>
          <p:nvSpPr>
            <p:cNvPr id="171" name="Google Shape;171;p35"/>
            <p:cNvSpPr/>
            <p:nvPr/>
          </p:nvSpPr>
          <p:spPr>
            <a:xfrm>
              <a:off x="3454600" y="1352850"/>
              <a:ext cx="2697900" cy="2697900"/>
            </a:xfrm>
            <a:prstGeom prst="ellipse">
              <a:avLst/>
            </a:prstGeom>
            <a:gradFill>
              <a:gsLst>
                <a:gs pos="0">
                  <a:srgbClr val="44D4B4">
                    <a:alpha val="33725"/>
                  </a:srgbClr>
                </a:gs>
                <a:gs pos="50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2" name="Google Shape;172;p35"/>
            <p:cNvGrpSpPr/>
            <p:nvPr/>
          </p:nvGrpSpPr>
          <p:grpSpPr>
            <a:xfrm>
              <a:off x="4561575" y="1316050"/>
              <a:ext cx="3234750" cy="3619025"/>
              <a:chOff x="4561575" y="1316050"/>
              <a:chExt cx="3234750" cy="3619025"/>
            </a:xfrm>
          </p:grpSpPr>
          <p:sp>
            <p:nvSpPr>
              <p:cNvPr id="173" name="Google Shape;173;p35"/>
              <p:cNvSpPr/>
              <p:nvPr/>
            </p:nvSpPr>
            <p:spPr>
              <a:xfrm>
                <a:off x="4561575" y="1316050"/>
                <a:ext cx="2697900" cy="2697900"/>
              </a:xfrm>
              <a:prstGeom prst="ellipse">
                <a:avLst/>
              </a:prstGeom>
              <a:gradFill>
                <a:gsLst>
                  <a:gs pos="0">
                    <a:srgbClr val="44D4B4">
                      <a:alpha val="33725"/>
                    </a:srgbClr>
                  </a:gs>
                  <a:gs pos="50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35"/>
              <p:cNvSpPr/>
              <p:nvPr/>
            </p:nvSpPr>
            <p:spPr>
              <a:xfrm>
                <a:off x="5098425" y="2237175"/>
                <a:ext cx="2697900" cy="2697900"/>
              </a:xfrm>
              <a:prstGeom prst="ellipse">
                <a:avLst/>
              </a:prstGeom>
              <a:gradFill>
                <a:gsLst>
                  <a:gs pos="0">
                    <a:srgbClr val="44D4B4">
                      <a:alpha val="33725"/>
                    </a:srgbClr>
                  </a:gs>
                  <a:gs pos="50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2">
  <p:cSld name="TITLE_ONLY_22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6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36"/>
          <p:cNvSpPr/>
          <p:nvPr/>
        </p:nvSpPr>
        <p:spPr>
          <a:xfrm flipH="1">
            <a:off x="6497800" y="1775075"/>
            <a:ext cx="4312500" cy="4312500"/>
          </a:xfrm>
          <a:prstGeom prst="ellipse">
            <a:avLst/>
          </a:prstGeom>
          <a:gradFill>
            <a:gsLst>
              <a:gs pos="0">
                <a:srgbClr val="44D4B4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6"/>
          <p:cNvSpPr/>
          <p:nvPr/>
        </p:nvSpPr>
        <p:spPr>
          <a:xfrm flipH="1">
            <a:off x="-2249150" y="176525"/>
            <a:ext cx="3647700" cy="36477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3">
  <p:cSld name="TITLE_ONLY_23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7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1" name="Google Shape;181;p37"/>
          <p:cNvSpPr/>
          <p:nvPr/>
        </p:nvSpPr>
        <p:spPr>
          <a:xfrm>
            <a:off x="-1830200" y="2875437"/>
            <a:ext cx="4516200" cy="45162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7"/>
          <p:cNvSpPr/>
          <p:nvPr/>
        </p:nvSpPr>
        <p:spPr>
          <a:xfrm>
            <a:off x="6732524" y="-925389"/>
            <a:ext cx="4310400" cy="4310400"/>
          </a:xfrm>
          <a:prstGeom prst="ellipse">
            <a:avLst/>
          </a:prstGeom>
          <a:gradFill>
            <a:gsLst>
              <a:gs pos="0">
                <a:srgbClr val="44D4B4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4">
  <p:cSld name="TITLE_ONLY_2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8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5" name="Google Shape;185;p38"/>
          <p:cNvSpPr/>
          <p:nvPr/>
        </p:nvSpPr>
        <p:spPr>
          <a:xfrm>
            <a:off x="7085500" y="4071275"/>
            <a:ext cx="2996400" cy="2996400"/>
          </a:xfrm>
          <a:prstGeom prst="ellipse">
            <a:avLst/>
          </a:prstGeom>
          <a:gradFill>
            <a:gsLst>
              <a:gs pos="0">
                <a:srgbClr val="93E6D3">
                  <a:alpha val="76862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8"/>
          <p:cNvSpPr/>
          <p:nvPr/>
        </p:nvSpPr>
        <p:spPr>
          <a:xfrm>
            <a:off x="6295425" y="-2639625"/>
            <a:ext cx="4763700" cy="47637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9"/>
          <p:cNvSpPr txBox="1"/>
          <p:nvPr>
            <p:ph type="title"/>
          </p:nvPr>
        </p:nvSpPr>
        <p:spPr>
          <a:xfrm>
            <a:off x="4272525" y="1597547"/>
            <a:ext cx="4158300" cy="14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9" name="Google Shape;189;p39"/>
          <p:cNvSpPr txBox="1"/>
          <p:nvPr>
            <p:ph hasCustomPrompt="1" idx="2" type="title"/>
          </p:nvPr>
        </p:nvSpPr>
        <p:spPr>
          <a:xfrm>
            <a:off x="4272526" y="137225"/>
            <a:ext cx="2379300" cy="12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9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0" name="Google Shape;190;p39"/>
          <p:cNvSpPr txBox="1"/>
          <p:nvPr>
            <p:ph idx="1" type="subTitle"/>
          </p:nvPr>
        </p:nvSpPr>
        <p:spPr>
          <a:xfrm>
            <a:off x="4146525" y="4166097"/>
            <a:ext cx="4284300" cy="5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91" name="Google Shape;191;p39"/>
          <p:cNvSpPr/>
          <p:nvPr/>
        </p:nvSpPr>
        <p:spPr>
          <a:xfrm>
            <a:off x="1907225" y="2588100"/>
            <a:ext cx="2555400" cy="2555400"/>
          </a:xfrm>
          <a:prstGeom prst="ellipse">
            <a:avLst/>
          </a:prstGeom>
          <a:gradFill>
            <a:gsLst>
              <a:gs pos="0">
                <a:schemeClr val="accent3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9"/>
          <p:cNvSpPr/>
          <p:nvPr/>
        </p:nvSpPr>
        <p:spPr>
          <a:xfrm>
            <a:off x="5390650" y="-1771300"/>
            <a:ext cx="4763700" cy="47637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9"/>
          <p:cNvSpPr/>
          <p:nvPr>
            <p:ph idx="3" type="pic"/>
          </p:nvPr>
        </p:nvSpPr>
        <p:spPr>
          <a:xfrm>
            <a:off x="0" y="1225"/>
            <a:ext cx="403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/>
          <p:nvPr>
            <p:ph type="title"/>
          </p:nvPr>
        </p:nvSpPr>
        <p:spPr>
          <a:xfrm>
            <a:off x="4146525" y="1597550"/>
            <a:ext cx="3301800" cy="14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6" name="Google Shape;196;p40"/>
          <p:cNvSpPr txBox="1"/>
          <p:nvPr>
            <p:ph hasCustomPrompt="1" idx="2" type="title"/>
          </p:nvPr>
        </p:nvSpPr>
        <p:spPr>
          <a:xfrm>
            <a:off x="4146526" y="137225"/>
            <a:ext cx="2379300" cy="12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9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7" name="Google Shape;197;p40"/>
          <p:cNvSpPr txBox="1"/>
          <p:nvPr>
            <p:ph idx="1" type="subTitle"/>
          </p:nvPr>
        </p:nvSpPr>
        <p:spPr>
          <a:xfrm>
            <a:off x="4146525" y="4166097"/>
            <a:ext cx="4284300" cy="5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98" name="Google Shape;198;p40"/>
          <p:cNvSpPr/>
          <p:nvPr/>
        </p:nvSpPr>
        <p:spPr>
          <a:xfrm>
            <a:off x="6207800" y="2110725"/>
            <a:ext cx="4131300" cy="41313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40"/>
          <p:cNvSpPr/>
          <p:nvPr>
            <p:ph idx="3" type="pic"/>
          </p:nvPr>
        </p:nvSpPr>
        <p:spPr>
          <a:xfrm flipH="1">
            <a:off x="-125" y="0"/>
            <a:ext cx="38295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_HEADER_2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1"/>
          <p:cNvSpPr/>
          <p:nvPr/>
        </p:nvSpPr>
        <p:spPr>
          <a:xfrm flipH="1">
            <a:off x="-574550" y="-567650"/>
            <a:ext cx="3685500" cy="36855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41"/>
          <p:cNvSpPr txBox="1"/>
          <p:nvPr>
            <p:ph type="title"/>
          </p:nvPr>
        </p:nvSpPr>
        <p:spPr>
          <a:xfrm>
            <a:off x="492325" y="1523825"/>
            <a:ext cx="4645200" cy="14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3" name="Google Shape;203;p41"/>
          <p:cNvSpPr txBox="1"/>
          <p:nvPr>
            <p:ph hasCustomPrompt="1" idx="2" type="title"/>
          </p:nvPr>
        </p:nvSpPr>
        <p:spPr>
          <a:xfrm>
            <a:off x="2576191" y="140559"/>
            <a:ext cx="2561400" cy="12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04" name="Google Shape;204;p41"/>
          <p:cNvSpPr txBox="1"/>
          <p:nvPr>
            <p:ph idx="1" type="subTitle"/>
          </p:nvPr>
        </p:nvSpPr>
        <p:spPr>
          <a:xfrm>
            <a:off x="713225" y="4166097"/>
            <a:ext cx="4284300" cy="5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05" name="Google Shape;205;p41"/>
          <p:cNvSpPr/>
          <p:nvPr>
            <p:ph idx="3" type="pic"/>
          </p:nvPr>
        </p:nvSpPr>
        <p:spPr>
          <a:xfrm>
            <a:off x="5459275" y="0"/>
            <a:ext cx="3684600" cy="5168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3_1_1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2"/>
          <p:cNvSpPr txBox="1"/>
          <p:nvPr>
            <p:ph type="ctrTitle"/>
          </p:nvPr>
        </p:nvSpPr>
        <p:spPr>
          <a:xfrm>
            <a:off x="5137100" y="1271550"/>
            <a:ext cx="3156300" cy="19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08" name="Google Shape;208;p42"/>
          <p:cNvSpPr txBox="1"/>
          <p:nvPr>
            <p:ph idx="1" type="subTitle"/>
          </p:nvPr>
        </p:nvSpPr>
        <p:spPr>
          <a:xfrm>
            <a:off x="5137098" y="3557675"/>
            <a:ext cx="3005400" cy="13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09" name="Google Shape;209;p42"/>
          <p:cNvSpPr/>
          <p:nvPr>
            <p:ph idx="2" type="pic"/>
          </p:nvPr>
        </p:nvSpPr>
        <p:spPr>
          <a:xfrm>
            <a:off x="1850" y="-8000"/>
            <a:ext cx="45216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3_1_1_1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3"/>
          <p:cNvSpPr txBox="1"/>
          <p:nvPr>
            <p:ph type="ctrTitle"/>
          </p:nvPr>
        </p:nvSpPr>
        <p:spPr>
          <a:xfrm>
            <a:off x="722400" y="1582358"/>
            <a:ext cx="32391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12" name="Google Shape;212;p43"/>
          <p:cNvSpPr txBox="1"/>
          <p:nvPr>
            <p:ph idx="1" type="subTitle"/>
          </p:nvPr>
        </p:nvSpPr>
        <p:spPr>
          <a:xfrm>
            <a:off x="722400" y="2413899"/>
            <a:ext cx="2978400" cy="13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13" name="Google Shape;213;p43"/>
          <p:cNvSpPr/>
          <p:nvPr/>
        </p:nvSpPr>
        <p:spPr>
          <a:xfrm>
            <a:off x="4606150" y="934625"/>
            <a:ext cx="4763700" cy="4763700"/>
          </a:xfrm>
          <a:prstGeom prst="ellipse">
            <a:avLst/>
          </a:prstGeom>
          <a:gradFill>
            <a:gsLst>
              <a:gs pos="0">
                <a:srgbClr val="44D4B4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43"/>
          <p:cNvSpPr/>
          <p:nvPr/>
        </p:nvSpPr>
        <p:spPr>
          <a:xfrm flipH="1">
            <a:off x="3345575" y="-369787"/>
            <a:ext cx="3647700" cy="36477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3_1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4"/>
          <p:cNvSpPr txBox="1"/>
          <p:nvPr>
            <p:ph type="ctrTitle"/>
          </p:nvPr>
        </p:nvSpPr>
        <p:spPr>
          <a:xfrm>
            <a:off x="5441925" y="1582350"/>
            <a:ext cx="2980800" cy="9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17" name="Google Shape;217;p44"/>
          <p:cNvSpPr txBox="1"/>
          <p:nvPr>
            <p:ph idx="1" type="subTitle"/>
          </p:nvPr>
        </p:nvSpPr>
        <p:spPr>
          <a:xfrm>
            <a:off x="5449975" y="2389688"/>
            <a:ext cx="2980800" cy="17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18" name="Google Shape;218;p44"/>
          <p:cNvSpPr/>
          <p:nvPr/>
        </p:nvSpPr>
        <p:spPr>
          <a:xfrm>
            <a:off x="-346800" y="950000"/>
            <a:ext cx="4763700" cy="47637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44"/>
          <p:cNvSpPr/>
          <p:nvPr/>
        </p:nvSpPr>
        <p:spPr>
          <a:xfrm flipH="1">
            <a:off x="-1250150" y="2784725"/>
            <a:ext cx="3647700" cy="3647700"/>
          </a:xfrm>
          <a:prstGeom prst="ellipse">
            <a:avLst/>
          </a:prstGeom>
          <a:gradFill>
            <a:gsLst>
              <a:gs pos="0">
                <a:srgbClr val="93E6D3">
                  <a:alpha val="76862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ONE_COLUMN_TEXT_3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5"/>
          <p:cNvSpPr txBox="1"/>
          <p:nvPr>
            <p:ph type="title"/>
          </p:nvPr>
        </p:nvSpPr>
        <p:spPr>
          <a:xfrm>
            <a:off x="713225" y="431171"/>
            <a:ext cx="3590400" cy="13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22" name="Google Shape;222;p45"/>
          <p:cNvSpPr txBox="1"/>
          <p:nvPr>
            <p:ph idx="1" type="body"/>
          </p:nvPr>
        </p:nvSpPr>
        <p:spPr>
          <a:xfrm>
            <a:off x="716625" y="1758989"/>
            <a:ext cx="3499200" cy="27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"/>
              <a:buChar char="●"/>
              <a:defRPr sz="14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indent="-266700" lvl="8" marL="41148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223" name="Google Shape;223;p45"/>
          <p:cNvSpPr/>
          <p:nvPr/>
        </p:nvSpPr>
        <p:spPr>
          <a:xfrm>
            <a:off x="6945450" y="-1142362"/>
            <a:ext cx="3685500" cy="36855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45"/>
          <p:cNvSpPr/>
          <p:nvPr/>
        </p:nvSpPr>
        <p:spPr>
          <a:xfrm>
            <a:off x="495575" y="2471700"/>
            <a:ext cx="4131300" cy="41313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45"/>
          <p:cNvSpPr/>
          <p:nvPr>
            <p:ph idx="2" type="pic"/>
          </p:nvPr>
        </p:nvSpPr>
        <p:spPr>
          <a:xfrm>
            <a:off x="5511600" y="0"/>
            <a:ext cx="36324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ONE_COLUMN_TEXT_3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6"/>
          <p:cNvSpPr txBox="1"/>
          <p:nvPr>
            <p:ph type="title"/>
          </p:nvPr>
        </p:nvSpPr>
        <p:spPr>
          <a:xfrm>
            <a:off x="714850" y="339811"/>
            <a:ext cx="7714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28" name="Google Shape;228;p46"/>
          <p:cNvSpPr txBox="1"/>
          <p:nvPr>
            <p:ph idx="1" type="subTitle"/>
          </p:nvPr>
        </p:nvSpPr>
        <p:spPr>
          <a:xfrm>
            <a:off x="714850" y="2026031"/>
            <a:ext cx="3869400" cy="25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200">
                <a:solidFill>
                  <a:schemeClr val="hlink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29" name="Google Shape;229;p46"/>
          <p:cNvSpPr txBox="1"/>
          <p:nvPr>
            <p:ph idx="2" type="subTitle"/>
          </p:nvPr>
        </p:nvSpPr>
        <p:spPr>
          <a:xfrm>
            <a:off x="714850" y="1481820"/>
            <a:ext cx="3869400" cy="4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ebas Neue"/>
              <a:buNone/>
              <a:defRPr b="1" sz="22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0" name="Google Shape;230;p46"/>
          <p:cNvSpPr txBox="1"/>
          <p:nvPr>
            <p:ph idx="3" type="subTitle"/>
          </p:nvPr>
        </p:nvSpPr>
        <p:spPr>
          <a:xfrm>
            <a:off x="714825" y="1044100"/>
            <a:ext cx="7714200" cy="4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31" name="Google Shape;231;p46"/>
          <p:cNvSpPr/>
          <p:nvPr/>
        </p:nvSpPr>
        <p:spPr>
          <a:xfrm>
            <a:off x="7170050" y="1976500"/>
            <a:ext cx="3647700" cy="3647700"/>
          </a:xfrm>
          <a:prstGeom prst="ellipse">
            <a:avLst/>
          </a:prstGeom>
          <a:gradFill>
            <a:gsLst>
              <a:gs pos="0">
                <a:srgbClr val="44D4B4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46"/>
          <p:cNvSpPr/>
          <p:nvPr/>
        </p:nvSpPr>
        <p:spPr>
          <a:xfrm>
            <a:off x="7347650" y="-809450"/>
            <a:ext cx="2697900" cy="26979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5_1_2_1_1_1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7"/>
          <p:cNvSpPr/>
          <p:nvPr/>
        </p:nvSpPr>
        <p:spPr>
          <a:xfrm>
            <a:off x="7238400" y="3008750"/>
            <a:ext cx="3545700" cy="35457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47"/>
          <p:cNvSpPr txBox="1"/>
          <p:nvPr>
            <p:ph type="ctrTitle"/>
          </p:nvPr>
        </p:nvSpPr>
        <p:spPr>
          <a:xfrm>
            <a:off x="722400" y="343387"/>
            <a:ext cx="7699200" cy="6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36" name="Google Shape;236;p47"/>
          <p:cNvSpPr txBox="1"/>
          <p:nvPr>
            <p:ph idx="1" type="subTitle"/>
          </p:nvPr>
        </p:nvSpPr>
        <p:spPr>
          <a:xfrm>
            <a:off x="1959413" y="3592775"/>
            <a:ext cx="2082900" cy="9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37" name="Google Shape;237;p47"/>
          <p:cNvSpPr txBox="1"/>
          <p:nvPr>
            <p:ph idx="2" type="subTitle"/>
          </p:nvPr>
        </p:nvSpPr>
        <p:spPr>
          <a:xfrm>
            <a:off x="5101675" y="3592774"/>
            <a:ext cx="2082900" cy="9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38" name="Google Shape;238;p47"/>
          <p:cNvSpPr txBox="1"/>
          <p:nvPr>
            <p:ph idx="3" type="ctrTitle"/>
          </p:nvPr>
        </p:nvSpPr>
        <p:spPr>
          <a:xfrm>
            <a:off x="1959413" y="3171358"/>
            <a:ext cx="2082900" cy="384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239" name="Google Shape;239;p47"/>
          <p:cNvSpPr txBox="1"/>
          <p:nvPr>
            <p:ph idx="4" type="ctrTitle"/>
          </p:nvPr>
        </p:nvSpPr>
        <p:spPr>
          <a:xfrm>
            <a:off x="5101694" y="3171358"/>
            <a:ext cx="2082900" cy="384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5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8"/>
          <p:cNvSpPr txBox="1"/>
          <p:nvPr>
            <p:ph type="ctrTitle"/>
          </p:nvPr>
        </p:nvSpPr>
        <p:spPr>
          <a:xfrm>
            <a:off x="722400" y="289793"/>
            <a:ext cx="76992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2" name="Google Shape;242;p48"/>
          <p:cNvSpPr txBox="1"/>
          <p:nvPr>
            <p:ph idx="1" type="subTitle"/>
          </p:nvPr>
        </p:nvSpPr>
        <p:spPr>
          <a:xfrm>
            <a:off x="714675" y="3890388"/>
            <a:ext cx="23130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43" name="Google Shape;243;p48"/>
          <p:cNvSpPr txBox="1"/>
          <p:nvPr>
            <p:ph idx="2" type="subTitle"/>
          </p:nvPr>
        </p:nvSpPr>
        <p:spPr>
          <a:xfrm>
            <a:off x="3409511" y="3890388"/>
            <a:ext cx="23169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44" name="Google Shape;244;p48"/>
          <p:cNvSpPr txBox="1"/>
          <p:nvPr>
            <p:ph idx="3" type="ctrTitle"/>
          </p:nvPr>
        </p:nvSpPr>
        <p:spPr>
          <a:xfrm>
            <a:off x="712775" y="3527891"/>
            <a:ext cx="2316900" cy="384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245" name="Google Shape;245;p48"/>
          <p:cNvSpPr txBox="1"/>
          <p:nvPr>
            <p:ph idx="4" type="ctrTitle"/>
          </p:nvPr>
        </p:nvSpPr>
        <p:spPr>
          <a:xfrm>
            <a:off x="3409489" y="3527891"/>
            <a:ext cx="2320800" cy="384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246" name="Google Shape;246;p48"/>
          <p:cNvSpPr txBox="1"/>
          <p:nvPr>
            <p:ph idx="5" type="subTitle"/>
          </p:nvPr>
        </p:nvSpPr>
        <p:spPr>
          <a:xfrm>
            <a:off x="6110103" y="3890388"/>
            <a:ext cx="23169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47" name="Google Shape;247;p48"/>
          <p:cNvSpPr txBox="1"/>
          <p:nvPr>
            <p:ph idx="6" type="ctrTitle"/>
          </p:nvPr>
        </p:nvSpPr>
        <p:spPr>
          <a:xfrm>
            <a:off x="6110084" y="3527891"/>
            <a:ext cx="2320800" cy="384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248" name="Google Shape;248;p48"/>
          <p:cNvSpPr/>
          <p:nvPr/>
        </p:nvSpPr>
        <p:spPr>
          <a:xfrm>
            <a:off x="6569575" y="832475"/>
            <a:ext cx="2697900" cy="2697900"/>
          </a:xfrm>
          <a:prstGeom prst="ellipse">
            <a:avLst/>
          </a:prstGeom>
          <a:gradFill>
            <a:gsLst>
              <a:gs pos="0">
                <a:srgbClr val="B8B9C0">
                  <a:alpha val="8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48"/>
          <p:cNvSpPr/>
          <p:nvPr/>
        </p:nvSpPr>
        <p:spPr>
          <a:xfrm>
            <a:off x="7466825" y="-874900"/>
            <a:ext cx="3647700" cy="3647700"/>
          </a:xfrm>
          <a:prstGeom prst="ellipse">
            <a:avLst/>
          </a:prstGeom>
          <a:gradFill>
            <a:gsLst>
              <a:gs pos="0">
                <a:schemeClr val="dk2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">
  <p:cSld name="TITLE_AND_TWO_COLUMNS_1_4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9"/>
          <p:cNvSpPr txBox="1"/>
          <p:nvPr>
            <p:ph type="title"/>
          </p:nvPr>
        </p:nvSpPr>
        <p:spPr>
          <a:xfrm>
            <a:off x="714850" y="342305"/>
            <a:ext cx="7714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52" name="Google Shape;252;p49"/>
          <p:cNvSpPr txBox="1"/>
          <p:nvPr>
            <p:ph idx="1" type="subTitle"/>
          </p:nvPr>
        </p:nvSpPr>
        <p:spPr>
          <a:xfrm>
            <a:off x="1593525" y="3621175"/>
            <a:ext cx="1828800" cy="9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53" name="Google Shape;253;p49"/>
          <p:cNvSpPr txBox="1"/>
          <p:nvPr>
            <p:ph idx="2" type="subTitle"/>
          </p:nvPr>
        </p:nvSpPr>
        <p:spPr>
          <a:xfrm>
            <a:off x="1593537" y="2073717"/>
            <a:ext cx="1828800" cy="9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54" name="Google Shape;254;p49"/>
          <p:cNvSpPr txBox="1"/>
          <p:nvPr>
            <p:ph idx="3" type="subTitle"/>
          </p:nvPr>
        </p:nvSpPr>
        <p:spPr>
          <a:xfrm>
            <a:off x="4741445" y="3621279"/>
            <a:ext cx="1828800" cy="9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55" name="Google Shape;255;p49"/>
          <p:cNvSpPr txBox="1"/>
          <p:nvPr>
            <p:ph idx="4" type="subTitle"/>
          </p:nvPr>
        </p:nvSpPr>
        <p:spPr>
          <a:xfrm>
            <a:off x="1593517" y="3119653"/>
            <a:ext cx="182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Bebas Neue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6" name="Google Shape;256;p49"/>
          <p:cNvSpPr txBox="1"/>
          <p:nvPr>
            <p:ph idx="5" type="subTitle"/>
          </p:nvPr>
        </p:nvSpPr>
        <p:spPr>
          <a:xfrm>
            <a:off x="1593533" y="1572190"/>
            <a:ext cx="182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Bebas Neue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7" name="Google Shape;257;p49"/>
          <p:cNvSpPr txBox="1"/>
          <p:nvPr>
            <p:ph idx="6" type="subTitle"/>
          </p:nvPr>
        </p:nvSpPr>
        <p:spPr>
          <a:xfrm>
            <a:off x="4741445" y="3119753"/>
            <a:ext cx="182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Bebas Neue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8" name="Google Shape;258;p49"/>
          <p:cNvSpPr txBox="1"/>
          <p:nvPr>
            <p:ph idx="7" type="subTitle"/>
          </p:nvPr>
        </p:nvSpPr>
        <p:spPr>
          <a:xfrm>
            <a:off x="4741454" y="2073717"/>
            <a:ext cx="1828800" cy="9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59" name="Google Shape;259;p49"/>
          <p:cNvSpPr txBox="1"/>
          <p:nvPr>
            <p:ph idx="8" type="subTitle"/>
          </p:nvPr>
        </p:nvSpPr>
        <p:spPr>
          <a:xfrm>
            <a:off x="4741458" y="1572290"/>
            <a:ext cx="182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Bebas Neue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 1">
  <p:cSld name="TITLE_AND_TWO_COLUMNS_1_4_1_3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0"/>
          <p:cNvSpPr/>
          <p:nvPr/>
        </p:nvSpPr>
        <p:spPr>
          <a:xfrm>
            <a:off x="5375825" y="-1776250"/>
            <a:ext cx="4763700" cy="4763700"/>
          </a:xfrm>
          <a:prstGeom prst="ellipse">
            <a:avLst/>
          </a:prstGeom>
          <a:gradFill>
            <a:gsLst>
              <a:gs pos="0">
                <a:srgbClr val="B8B9C0">
                  <a:alpha val="8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50"/>
          <p:cNvSpPr txBox="1"/>
          <p:nvPr>
            <p:ph type="title"/>
          </p:nvPr>
        </p:nvSpPr>
        <p:spPr>
          <a:xfrm>
            <a:off x="714850" y="342305"/>
            <a:ext cx="7714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63" name="Google Shape;263;p50"/>
          <p:cNvSpPr txBox="1"/>
          <p:nvPr>
            <p:ph idx="1" type="subTitle"/>
          </p:nvPr>
        </p:nvSpPr>
        <p:spPr>
          <a:xfrm>
            <a:off x="714850" y="2101002"/>
            <a:ext cx="1828800" cy="9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64" name="Google Shape;264;p50"/>
          <p:cNvSpPr txBox="1"/>
          <p:nvPr>
            <p:ph idx="2" type="subTitle"/>
          </p:nvPr>
        </p:nvSpPr>
        <p:spPr>
          <a:xfrm>
            <a:off x="2670437" y="2100994"/>
            <a:ext cx="1828800" cy="9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65" name="Google Shape;265;p50"/>
          <p:cNvSpPr txBox="1"/>
          <p:nvPr>
            <p:ph idx="3" type="subTitle"/>
          </p:nvPr>
        </p:nvSpPr>
        <p:spPr>
          <a:xfrm>
            <a:off x="4626020" y="3602953"/>
            <a:ext cx="1828800" cy="9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66" name="Google Shape;266;p50"/>
          <p:cNvSpPr txBox="1"/>
          <p:nvPr>
            <p:ph idx="4" type="subTitle"/>
          </p:nvPr>
        </p:nvSpPr>
        <p:spPr>
          <a:xfrm>
            <a:off x="714842" y="1434462"/>
            <a:ext cx="182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Bebas Neue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7" name="Google Shape;267;p50"/>
          <p:cNvSpPr txBox="1"/>
          <p:nvPr>
            <p:ph idx="5" type="subTitle"/>
          </p:nvPr>
        </p:nvSpPr>
        <p:spPr>
          <a:xfrm>
            <a:off x="2670437" y="1434450"/>
            <a:ext cx="182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Bebas Neue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8" name="Google Shape;268;p50"/>
          <p:cNvSpPr txBox="1"/>
          <p:nvPr>
            <p:ph idx="6" type="subTitle"/>
          </p:nvPr>
        </p:nvSpPr>
        <p:spPr>
          <a:xfrm>
            <a:off x="4626020" y="2949665"/>
            <a:ext cx="182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Bebas Neue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9" name="Google Shape;269;p50"/>
          <p:cNvSpPr txBox="1"/>
          <p:nvPr>
            <p:ph idx="7" type="subTitle"/>
          </p:nvPr>
        </p:nvSpPr>
        <p:spPr>
          <a:xfrm>
            <a:off x="6600254" y="3602940"/>
            <a:ext cx="1828800" cy="9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70" name="Google Shape;270;p50"/>
          <p:cNvSpPr txBox="1"/>
          <p:nvPr>
            <p:ph idx="8" type="subTitle"/>
          </p:nvPr>
        </p:nvSpPr>
        <p:spPr>
          <a:xfrm>
            <a:off x="6600258" y="2949652"/>
            <a:ext cx="182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Bebas Neue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1" name="Google Shape;271;p50"/>
          <p:cNvSpPr/>
          <p:nvPr/>
        </p:nvSpPr>
        <p:spPr>
          <a:xfrm>
            <a:off x="-678700" y="3328900"/>
            <a:ext cx="3647700" cy="3647700"/>
          </a:xfrm>
          <a:prstGeom prst="ellipse">
            <a:avLst/>
          </a:prstGeom>
          <a:gradFill>
            <a:gsLst>
              <a:gs pos="0">
                <a:srgbClr val="44D4B4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">
  <p:cSld name="TITLE_AND_TWO_COLUMNS_1_4_1_1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1"/>
          <p:cNvSpPr/>
          <p:nvPr/>
        </p:nvSpPr>
        <p:spPr>
          <a:xfrm>
            <a:off x="-2292301" y="-1615701"/>
            <a:ext cx="4310400" cy="4310400"/>
          </a:xfrm>
          <a:prstGeom prst="ellipse">
            <a:avLst/>
          </a:prstGeom>
          <a:gradFill>
            <a:gsLst>
              <a:gs pos="0">
                <a:srgbClr val="B8B9C0">
                  <a:alpha val="8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74" name="Google Shape;274;p51"/>
          <p:cNvSpPr/>
          <p:nvPr/>
        </p:nvSpPr>
        <p:spPr>
          <a:xfrm>
            <a:off x="7956599" y="2021349"/>
            <a:ext cx="4310400" cy="43104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75" name="Google Shape;275;p51"/>
          <p:cNvSpPr txBox="1"/>
          <p:nvPr>
            <p:ph type="title"/>
          </p:nvPr>
        </p:nvSpPr>
        <p:spPr>
          <a:xfrm>
            <a:off x="709904" y="338372"/>
            <a:ext cx="7714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76" name="Google Shape;276;p51"/>
          <p:cNvSpPr txBox="1"/>
          <p:nvPr>
            <p:ph idx="1" type="subTitle"/>
          </p:nvPr>
        </p:nvSpPr>
        <p:spPr>
          <a:xfrm>
            <a:off x="717300" y="1880394"/>
            <a:ext cx="2286000" cy="5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77" name="Google Shape;277;p51"/>
          <p:cNvSpPr txBox="1"/>
          <p:nvPr>
            <p:ph idx="2" type="subTitle"/>
          </p:nvPr>
        </p:nvSpPr>
        <p:spPr>
          <a:xfrm>
            <a:off x="719256" y="1408180"/>
            <a:ext cx="2282400" cy="4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278" name="Google Shape;278;p51"/>
          <p:cNvSpPr txBox="1"/>
          <p:nvPr>
            <p:ph idx="3" type="subTitle"/>
          </p:nvPr>
        </p:nvSpPr>
        <p:spPr>
          <a:xfrm>
            <a:off x="724000" y="2996768"/>
            <a:ext cx="2286000" cy="5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79" name="Google Shape;279;p51"/>
          <p:cNvSpPr txBox="1"/>
          <p:nvPr>
            <p:ph idx="4" type="subTitle"/>
          </p:nvPr>
        </p:nvSpPr>
        <p:spPr>
          <a:xfrm>
            <a:off x="725956" y="2524372"/>
            <a:ext cx="2282400" cy="4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280" name="Google Shape;280;p51"/>
          <p:cNvSpPr txBox="1"/>
          <p:nvPr>
            <p:ph idx="5" type="subTitle"/>
          </p:nvPr>
        </p:nvSpPr>
        <p:spPr>
          <a:xfrm>
            <a:off x="6132681" y="1870355"/>
            <a:ext cx="2286000" cy="5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81" name="Google Shape;281;p51"/>
          <p:cNvSpPr txBox="1"/>
          <p:nvPr>
            <p:ph idx="6" type="subTitle"/>
          </p:nvPr>
        </p:nvSpPr>
        <p:spPr>
          <a:xfrm>
            <a:off x="6134638" y="1397959"/>
            <a:ext cx="2282400" cy="4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282" name="Google Shape;282;p51"/>
          <p:cNvSpPr txBox="1"/>
          <p:nvPr>
            <p:ph idx="7" type="subTitle"/>
          </p:nvPr>
        </p:nvSpPr>
        <p:spPr>
          <a:xfrm>
            <a:off x="717300" y="4117208"/>
            <a:ext cx="2286000" cy="5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83" name="Google Shape;283;p51"/>
          <p:cNvSpPr txBox="1"/>
          <p:nvPr>
            <p:ph idx="8" type="subTitle"/>
          </p:nvPr>
        </p:nvSpPr>
        <p:spPr>
          <a:xfrm>
            <a:off x="719256" y="3646636"/>
            <a:ext cx="2282400" cy="4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284" name="Google Shape;284;p51"/>
          <p:cNvSpPr txBox="1"/>
          <p:nvPr>
            <p:ph idx="9" type="subTitle"/>
          </p:nvPr>
        </p:nvSpPr>
        <p:spPr>
          <a:xfrm>
            <a:off x="6154530" y="2993598"/>
            <a:ext cx="2286000" cy="5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85" name="Google Shape;285;p51"/>
          <p:cNvSpPr txBox="1"/>
          <p:nvPr>
            <p:ph idx="13" type="subTitle"/>
          </p:nvPr>
        </p:nvSpPr>
        <p:spPr>
          <a:xfrm>
            <a:off x="6156486" y="2523026"/>
            <a:ext cx="2282100" cy="4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286" name="Google Shape;286;p51"/>
          <p:cNvSpPr txBox="1"/>
          <p:nvPr>
            <p:ph idx="14" type="subTitle"/>
          </p:nvPr>
        </p:nvSpPr>
        <p:spPr>
          <a:xfrm>
            <a:off x="6132681" y="4117445"/>
            <a:ext cx="2286000" cy="5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87" name="Google Shape;287;p51"/>
          <p:cNvSpPr txBox="1"/>
          <p:nvPr>
            <p:ph idx="15" type="subTitle"/>
          </p:nvPr>
        </p:nvSpPr>
        <p:spPr>
          <a:xfrm>
            <a:off x="6134638" y="3646873"/>
            <a:ext cx="2282400" cy="4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 1">
  <p:cSld name="TITLE_AND_TWO_COLUMNS_1_4_1_1_1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2"/>
          <p:cNvSpPr/>
          <p:nvPr/>
        </p:nvSpPr>
        <p:spPr>
          <a:xfrm>
            <a:off x="-361850" y="2689975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16862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52"/>
          <p:cNvSpPr/>
          <p:nvPr/>
        </p:nvSpPr>
        <p:spPr>
          <a:xfrm>
            <a:off x="2377725" y="2689975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16862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52"/>
          <p:cNvSpPr/>
          <p:nvPr/>
        </p:nvSpPr>
        <p:spPr>
          <a:xfrm>
            <a:off x="5149575" y="2689975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16862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52"/>
          <p:cNvSpPr/>
          <p:nvPr/>
        </p:nvSpPr>
        <p:spPr>
          <a:xfrm flipH="1">
            <a:off x="7087025" y="-1826950"/>
            <a:ext cx="3685500" cy="36855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52"/>
          <p:cNvSpPr/>
          <p:nvPr/>
        </p:nvSpPr>
        <p:spPr>
          <a:xfrm>
            <a:off x="-361850" y="832475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16862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52"/>
          <p:cNvSpPr/>
          <p:nvPr/>
        </p:nvSpPr>
        <p:spPr>
          <a:xfrm>
            <a:off x="2377725" y="832475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16862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52"/>
          <p:cNvSpPr/>
          <p:nvPr/>
        </p:nvSpPr>
        <p:spPr>
          <a:xfrm>
            <a:off x="5149575" y="832475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16862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52"/>
          <p:cNvSpPr txBox="1"/>
          <p:nvPr>
            <p:ph type="title"/>
          </p:nvPr>
        </p:nvSpPr>
        <p:spPr>
          <a:xfrm>
            <a:off x="709904" y="338824"/>
            <a:ext cx="7714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97" name="Google Shape;297;p52"/>
          <p:cNvSpPr txBox="1"/>
          <p:nvPr>
            <p:ph idx="1" type="subTitle"/>
          </p:nvPr>
        </p:nvSpPr>
        <p:spPr>
          <a:xfrm>
            <a:off x="717300" y="2051549"/>
            <a:ext cx="2286000" cy="5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98" name="Google Shape;298;p52"/>
          <p:cNvSpPr txBox="1"/>
          <p:nvPr>
            <p:ph idx="2" type="subTitle"/>
          </p:nvPr>
        </p:nvSpPr>
        <p:spPr>
          <a:xfrm>
            <a:off x="719256" y="1560580"/>
            <a:ext cx="2282400" cy="4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299" name="Google Shape;299;p52"/>
          <p:cNvSpPr txBox="1"/>
          <p:nvPr>
            <p:ph idx="3" type="subTitle"/>
          </p:nvPr>
        </p:nvSpPr>
        <p:spPr>
          <a:xfrm>
            <a:off x="3425975" y="2051735"/>
            <a:ext cx="2286000" cy="5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00" name="Google Shape;300;p52"/>
          <p:cNvSpPr txBox="1"/>
          <p:nvPr>
            <p:ph idx="4" type="subTitle"/>
          </p:nvPr>
        </p:nvSpPr>
        <p:spPr>
          <a:xfrm>
            <a:off x="3427931" y="1560584"/>
            <a:ext cx="2282400" cy="4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301" name="Google Shape;301;p52"/>
          <p:cNvSpPr txBox="1"/>
          <p:nvPr>
            <p:ph idx="5" type="subTitle"/>
          </p:nvPr>
        </p:nvSpPr>
        <p:spPr>
          <a:xfrm>
            <a:off x="6132681" y="2041510"/>
            <a:ext cx="2286000" cy="5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02" name="Google Shape;302;p52"/>
          <p:cNvSpPr txBox="1"/>
          <p:nvPr>
            <p:ph idx="6" type="subTitle"/>
          </p:nvPr>
        </p:nvSpPr>
        <p:spPr>
          <a:xfrm>
            <a:off x="6134638" y="1550359"/>
            <a:ext cx="2282400" cy="4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303" name="Google Shape;303;p52"/>
          <p:cNvSpPr txBox="1"/>
          <p:nvPr>
            <p:ph idx="7" type="subTitle"/>
          </p:nvPr>
        </p:nvSpPr>
        <p:spPr>
          <a:xfrm>
            <a:off x="717300" y="3609309"/>
            <a:ext cx="2286000" cy="5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04" name="Google Shape;304;p52"/>
          <p:cNvSpPr txBox="1"/>
          <p:nvPr>
            <p:ph idx="8" type="subTitle"/>
          </p:nvPr>
        </p:nvSpPr>
        <p:spPr>
          <a:xfrm>
            <a:off x="719256" y="3119982"/>
            <a:ext cx="2282400" cy="4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305" name="Google Shape;305;p52"/>
          <p:cNvSpPr txBox="1"/>
          <p:nvPr>
            <p:ph idx="9" type="subTitle"/>
          </p:nvPr>
        </p:nvSpPr>
        <p:spPr>
          <a:xfrm>
            <a:off x="3429005" y="3609312"/>
            <a:ext cx="2286000" cy="5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06" name="Google Shape;306;p52"/>
          <p:cNvSpPr txBox="1"/>
          <p:nvPr>
            <p:ph idx="13" type="subTitle"/>
          </p:nvPr>
        </p:nvSpPr>
        <p:spPr>
          <a:xfrm>
            <a:off x="3430961" y="3119985"/>
            <a:ext cx="2282100" cy="4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307" name="Google Shape;307;p52"/>
          <p:cNvSpPr txBox="1"/>
          <p:nvPr>
            <p:ph idx="14" type="subTitle"/>
          </p:nvPr>
        </p:nvSpPr>
        <p:spPr>
          <a:xfrm>
            <a:off x="6132681" y="3609296"/>
            <a:ext cx="2286000" cy="5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08" name="Google Shape;308;p52"/>
          <p:cNvSpPr txBox="1"/>
          <p:nvPr>
            <p:ph idx="15" type="subTitle"/>
          </p:nvPr>
        </p:nvSpPr>
        <p:spPr>
          <a:xfrm>
            <a:off x="6134638" y="3119969"/>
            <a:ext cx="2282400" cy="4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TITLE_AND_TWO_COLUMNS_1_2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3"/>
          <p:cNvSpPr/>
          <p:nvPr/>
        </p:nvSpPr>
        <p:spPr>
          <a:xfrm>
            <a:off x="5291750" y="-2147175"/>
            <a:ext cx="4763700" cy="4763700"/>
          </a:xfrm>
          <a:prstGeom prst="ellipse">
            <a:avLst/>
          </a:prstGeom>
          <a:gradFill>
            <a:gsLst>
              <a:gs pos="0">
                <a:srgbClr val="4C9484">
                  <a:alpha val="2549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53"/>
          <p:cNvSpPr/>
          <p:nvPr/>
        </p:nvSpPr>
        <p:spPr>
          <a:xfrm>
            <a:off x="-654650" y="3297075"/>
            <a:ext cx="2555400" cy="25554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53"/>
          <p:cNvSpPr txBox="1"/>
          <p:nvPr>
            <p:ph idx="1" type="subTitle"/>
          </p:nvPr>
        </p:nvSpPr>
        <p:spPr>
          <a:xfrm>
            <a:off x="713223" y="2259725"/>
            <a:ext cx="29928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13" name="Google Shape;313;p53"/>
          <p:cNvSpPr txBox="1"/>
          <p:nvPr>
            <p:ph hasCustomPrompt="1" type="title"/>
          </p:nvPr>
        </p:nvSpPr>
        <p:spPr>
          <a:xfrm>
            <a:off x="713214" y="1359001"/>
            <a:ext cx="2452500" cy="9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5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14" name="Google Shape;314;p53"/>
          <p:cNvSpPr txBox="1"/>
          <p:nvPr>
            <p:ph idx="2" type="subTitle"/>
          </p:nvPr>
        </p:nvSpPr>
        <p:spPr>
          <a:xfrm>
            <a:off x="713223" y="3714994"/>
            <a:ext cx="29928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15" name="Google Shape;315;p53"/>
          <p:cNvSpPr txBox="1"/>
          <p:nvPr>
            <p:ph hasCustomPrompt="1" idx="3" type="title"/>
          </p:nvPr>
        </p:nvSpPr>
        <p:spPr>
          <a:xfrm>
            <a:off x="713214" y="2814267"/>
            <a:ext cx="2452500" cy="9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5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16" name="Google Shape;316;p53"/>
          <p:cNvSpPr txBox="1"/>
          <p:nvPr>
            <p:ph idx="4" type="subTitle"/>
          </p:nvPr>
        </p:nvSpPr>
        <p:spPr>
          <a:xfrm>
            <a:off x="4776251" y="3723593"/>
            <a:ext cx="29928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17" name="Google Shape;317;p53"/>
          <p:cNvSpPr txBox="1"/>
          <p:nvPr>
            <p:ph hasCustomPrompt="1" idx="5" type="title"/>
          </p:nvPr>
        </p:nvSpPr>
        <p:spPr>
          <a:xfrm>
            <a:off x="4776253" y="2814266"/>
            <a:ext cx="2452500" cy="9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5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18" name="Google Shape;318;p53"/>
          <p:cNvSpPr txBox="1"/>
          <p:nvPr>
            <p:ph idx="6" type="subTitle"/>
          </p:nvPr>
        </p:nvSpPr>
        <p:spPr>
          <a:xfrm>
            <a:off x="4776251" y="2268325"/>
            <a:ext cx="29928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19" name="Google Shape;319;p53"/>
          <p:cNvSpPr txBox="1"/>
          <p:nvPr>
            <p:ph hasCustomPrompt="1" idx="7" type="title"/>
          </p:nvPr>
        </p:nvSpPr>
        <p:spPr>
          <a:xfrm>
            <a:off x="4776253" y="1358998"/>
            <a:ext cx="2452500" cy="9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5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20" name="Google Shape;320;p53"/>
          <p:cNvSpPr txBox="1"/>
          <p:nvPr>
            <p:ph idx="8" type="title"/>
          </p:nvPr>
        </p:nvSpPr>
        <p:spPr>
          <a:xfrm>
            <a:off x="714850" y="338372"/>
            <a:ext cx="7714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TITLE_AND_TWO_COLUMNS_1_2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4"/>
          <p:cNvSpPr/>
          <p:nvPr/>
        </p:nvSpPr>
        <p:spPr>
          <a:xfrm>
            <a:off x="641375" y="2514725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54"/>
          <p:cNvSpPr/>
          <p:nvPr/>
        </p:nvSpPr>
        <p:spPr>
          <a:xfrm>
            <a:off x="3223088" y="2514725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54"/>
          <p:cNvSpPr/>
          <p:nvPr/>
        </p:nvSpPr>
        <p:spPr>
          <a:xfrm>
            <a:off x="5845338" y="2514725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54"/>
          <p:cNvSpPr txBox="1"/>
          <p:nvPr>
            <p:ph idx="1" type="subTitle"/>
          </p:nvPr>
        </p:nvSpPr>
        <p:spPr>
          <a:xfrm>
            <a:off x="724725" y="2397394"/>
            <a:ext cx="24501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26" name="Google Shape;326;p54"/>
          <p:cNvSpPr txBox="1"/>
          <p:nvPr>
            <p:ph hasCustomPrompt="1" type="title"/>
          </p:nvPr>
        </p:nvSpPr>
        <p:spPr>
          <a:xfrm>
            <a:off x="724725" y="3389357"/>
            <a:ext cx="2450100" cy="8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27" name="Google Shape;327;p54"/>
          <p:cNvSpPr txBox="1"/>
          <p:nvPr>
            <p:ph idx="2" type="subTitle"/>
          </p:nvPr>
        </p:nvSpPr>
        <p:spPr>
          <a:xfrm>
            <a:off x="3346988" y="2397375"/>
            <a:ext cx="24501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28" name="Google Shape;328;p54"/>
          <p:cNvSpPr txBox="1"/>
          <p:nvPr>
            <p:ph hasCustomPrompt="1" idx="3" type="title"/>
          </p:nvPr>
        </p:nvSpPr>
        <p:spPr>
          <a:xfrm>
            <a:off x="3346989" y="3389354"/>
            <a:ext cx="2450100" cy="8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29" name="Google Shape;329;p54"/>
          <p:cNvSpPr txBox="1"/>
          <p:nvPr>
            <p:ph idx="4" type="subTitle"/>
          </p:nvPr>
        </p:nvSpPr>
        <p:spPr>
          <a:xfrm>
            <a:off x="5969251" y="2397381"/>
            <a:ext cx="24501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30" name="Google Shape;330;p54"/>
          <p:cNvSpPr txBox="1"/>
          <p:nvPr>
            <p:ph hasCustomPrompt="1" idx="5" type="title"/>
          </p:nvPr>
        </p:nvSpPr>
        <p:spPr>
          <a:xfrm>
            <a:off x="5969252" y="3389368"/>
            <a:ext cx="2450100" cy="8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31" name="Google Shape;331;p54"/>
          <p:cNvSpPr txBox="1"/>
          <p:nvPr>
            <p:ph idx="6" type="subTitle"/>
          </p:nvPr>
        </p:nvSpPr>
        <p:spPr>
          <a:xfrm>
            <a:off x="899825" y="1494385"/>
            <a:ext cx="2099700" cy="5718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2" name="Google Shape;332;p54"/>
          <p:cNvSpPr txBox="1"/>
          <p:nvPr>
            <p:ph idx="7" type="subTitle"/>
          </p:nvPr>
        </p:nvSpPr>
        <p:spPr>
          <a:xfrm>
            <a:off x="3522097" y="1493353"/>
            <a:ext cx="2099700" cy="5718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3" name="Google Shape;333;p54"/>
          <p:cNvSpPr txBox="1"/>
          <p:nvPr>
            <p:ph idx="8" type="subTitle"/>
          </p:nvPr>
        </p:nvSpPr>
        <p:spPr>
          <a:xfrm>
            <a:off x="6144368" y="1493353"/>
            <a:ext cx="2099700" cy="5718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4" name="Google Shape;334;p54"/>
          <p:cNvSpPr txBox="1"/>
          <p:nvPr>
            <p:ph idx="9" type="title"/>
          </p:nvPr>
        </p:nvSpPr>
        <p:spPr>
          <a:xfrm>
            <a:off x="714850" y="342804"/>
            <a:ext cx="7714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TITLE_AND_BODY_1_1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5"/>
          <p:cNvSpPr txBox="1"/>
          <p:nvPr>
            <p:ph type="title"/>
          </p:nvPr>
        </p:nvSpPr>
        <p:spPr>
          <a:xfrm>
            <a:off x="713225" y="343445"/>
            <a:ext cx="4971000" cy="9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6700"/>
            </a:lvl1pPr>
            <a:lvl2pPr lvl="1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337" name="Google Shape;337;p55"/>
          <p:cNvSpPr txBox="1"/>
          <p:nvPr>
            <p:ph idx="1" type="subTitle"/>
          </p:nvPr>
        </p:nvSpPr>
        <p:spPr>
          <a:xfrm>
            <a:off x="713225" y="2365673"/>
            <a:ext cx="4406100" cy="14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38" name="Google Shape;338;p55"/>
          <p:cNvSpPr/>
          <p:nvPr/>
        </p:nvSpPr>
        <p:spPr>
          <a:xfrm flipH="1">
            <a:off x="5855225" y="-228587"/>
            <a:ext cx="3647700" cy="3647700"/>
          </a:xfrm>
          <a:prstGeom prst="ellipse">
            <a:avLst/>
          </a:prstGeom>
          <a:gradFill>
            <a:gsLst>
              <a:gs pos="0">
                <a:srgbClr val="93E6D3">
                  <a:alpha val="76862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55"/>
          <p:cNvSpPr/>
          <p:nvPr/>
        </p:nvSpPr>
        <p:spPr>
          <a:xfrm>
            <a:off x="6211225" y="2193925"/>
            <a:ext cx="2454600" cy="24546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55"/>
          <p:cNvSpPr txBox="1"/>
          <p:nvPr/>
        </p:nvSpPr>
        <p:spPr>
          <a:xfrm>
            <a:off x="719375" y="3595933"/>
            <a:ext cx="4958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including icons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2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TITLE_AND_BODY_1_1_1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6"/>
          <p:cNvSpPr/>
          <p:nvPr/>
        </p:nvSpPr>
        <p:spPr>
          <a:xfrm flipH="1">
            <a:off x="-2160100" y="-2775592"/>
            <a:ext cx="5930400" cy="5930400"/>
          </a:xfrm>
          <a:prstGeom prst="ellipse">
            <a:avLst/>
          </a:prstGeom>
          <a:gradFill>
            <a:gsLst>
              <a:gs pos="0">
                <a:srgbClr val="93E6D3">
                  <a:alpha val="76862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56"/>
          <p:cNvSpPr/>
          <p:nvPr/>
        </p:nvSpPr>
        <p:spPr>
          <a:xfrm>
            <a:off x="324775" y="-845100"/>
            <a:ext cx="4516500" cy="4516500"/>
          </a:xfrm>
          <a:prstGeom prst="ellipse">
            <a:avLst/>
          </a:prstGeom>
          <a:gradFill>
            <a:gsLst>
              <a:gs pos="0">
                <a:srgbClr val="B8B9C0">
                  <a:alpha val="8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TITLE_AND_TWO_COLUMNS_1_4_1_2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7"/>
          <p:cNvSpPr/>
          <p:nvPr/>
        </p:nvSpPr>
        <p:spPr>
          <a:xfrm flipH="1">
            <a:off x="5358100" y="297774"/>
            <a:ext cx="3271800" cy="3271800"/>
          </a:xfrm>
          <a:prstGeom prst="ellipse">
            <a:avLst/>
          </a:prstGeom>
          <a:gradFill>
            <a:gsLst>
              <a:gs pos="0">
                <a:srgbClr val="44D4B4">
                  <a:alpha val="16862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57"/>
          <p:cNvSpPr/>
          <p:nvPr/>
        </p:nvSpPr>
        <p:spPr>
          <a:xfrm>
            <a:off x="5522900" y="-2706825"/>
            <a:ext cx="6145200" cy="61452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57"/>
          <p:cNvSpPr/>
          <p:nvPr/>
        </p:nvSpPr>
        <p:spPr>
          <a:xfrm>
            <a:off x="-972575" y="3098475"/>
            <a:ext cx="3170400" cy="3170400"/>
          </a:xfrm>
          <a:prstGeom prst="ellipse">
            <a:avLst/>
          </a:prstGeom>
          <a:gradFill>
            <a:gsLst>
              <a:gs pos="0">
                <a:srgbClr val="B8B9C0">
                  <a:alpha val="8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4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33875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b="1" sz="36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b="1" sz="36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b="1" sz="36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b="1" sz="36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b="1" sz="36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b="1" sz="36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b="1" sz="36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b="1" sz="36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b="1" sz="36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6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302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○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302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302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○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302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302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302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○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302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8"/>
          <p:cNvSpPr txBox="1"/>
          <p:nvPr>
            <p:ph type="ctrTitle"/>
          </p:nvPr>
        </p:nvSpPr>
        <p:spPr>
          <a:xfrm>
            <a:off x="725275" y="1102650"/>
            <a:ext cx="5408700" cy="22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700">
                <a:solidFill>
                  <a:schemeClr val="lt1"/>
                </a:solidFill>
              </a:rPr>
              <a:t>Predicting </a:t>
            </a:r>
            <a:r>
              <a:rPr lang="en" sz="6700"/>
              <a:t>Body Fat %</a:t>
            </a:r>
            <a:endParaRPr sz="6700"/>
          </a:p>
        </p:txBody>
      </p:sp>
      <p:sp>
        <p:nvSpPr>
          <p:cNvPr id="353" name="Google Shape;353;p58"/>
          <p:cNvSpPr txBox="1"/>
          <p:nvPr>
            <p:ph idx="1" type="subTitle"/>
          </p:nvPr>
        </p:nvSpPr>
        <p:spPr>
          <a:xfrm>
            <a:off x="713225" y="4010175"/>
            <a:ext cx="7717500" cy="592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Group 2:</a:t>
            </a:r>
            <a:r>
              <a:rPr lang="en" sz="1400"/>
              <a:t> </a:t>
            </a:r>
            <a:r>
              <a:rPr lang="en" sz="1300"/>
              <a:t>Clea Yenifer, Sutolimin Widjaja, Vincent Lavoie, Yuchi Yu</a:t>
            </a:r>
            <a:endParaRPr sz="1300"/>
          </a:p>
        </p:txBody>
      </p:sp>
      <p:cxnSp>
        <p:nvCxnSpPr>
          <p:cNvPr id="354" name="Google Shape;354;p58"/>
          <p:cNvCxnSpPr/>
          <p:nvPr/>
        </p:nvCxnSpPr>
        <p:spPr>
          <a:xfrm>
            <a:off x="725275" y="3941474"/>
            <a:ext cx="84267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55" name="Google Shape;355;p58"/>
          <p:cNvPicPr preferRelativeResize="0"/>
          <p:nvPr/>
        </p:nvPicPr>
        <p:blipFill rotWithShape="1">
          <a:blip r:embed="rId3">
            <a:alphaModFix/>
          </a:blip>
          <a:srcRect b="7193" l="31529" r="28752" t="0"/>
          <a:stretch/>
        </p:blipFill>
        <p:spPr>
          <a:xfrm>
            <a:off x="5036925" y="0"/>
            <a:ext cx="3748528" cy="394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9"/>
          <p:cNvSpPr txBox="1"/>
          <p:nvPr>
            <p:ph type="title"/>
          </p:nvPr>
        </p:nvSpPr>
        <p:spPr>
          <a:xfrm>
            <a:off x="698550" y="1106125"/>
            <a:ext cx="7763700" cy="16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Calculate Body Fat % using simple body measurements</a:t>
            </a:r>
            <a:endParaRPr sz="4500"/>
          </a:p>
        </p:txBody>
      </p:sp>
      <p:sp>
        <p:nvSpPr>
          <p:cNvPr id="361" name="Google Shape;361;p59"/>
          <p:cNvSpPr txBox="1"/>
          <p:nvPr>
            <p:ph idx="1" type="subTitle"/>
          </p:nvPr>
        </p:nvSpPr>
        <p:spPr>
          <a:xfrm>
            <a:off x="698550" y="3321325"/>
            <a:ext cx="4965900" cy="7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 simple, practical model that anyone can use - without sacrificing predictive power.</a:t>
            </a:r>
            <a:endParaRPr/>
          </a:p>
        </p:txBody>
      </p:sp>
      <p:cxnSp>
        <p:nvCxnSpPr>
          <p:cNvPr id="362" name="Google Shape;362;p59"/>
          <p:cNvCxnSpPr/>
          <p:nvPr/>
        </p:nvCxnSpPr>
        <p:spPr>
          <a:xfrm>
            <a:off x="725275" y="3195940"/>
            <a:ext cx="84267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59"/>
          <p:cNvCxnSpPr/>
          <p:nvPr/>
        </p:nvCxnSpPr>
        <p:spPr>
          <a:xfrm>
            <a:off x="8192475" y="430025"/>
            <a:ext cx="96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4" name="Google Shape;364;p59"/>
          <p:cNvSpPr txBox="1"/>
          <p:nvPr/>
        </p:nvSpPr>
        <p:spPr>
          <a:xfrm>
            <a:off x="6859575" y="256175"/>
            <a:ext cx="13329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02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5" name="Google Shape;365;p59"/>
          <p:cNvSpPr txBox="1"/>
          <p:nvPr>
            <p:ph idx="1" type="subTitle"/>
          </p:nvPr>
        </p:nvSpPr>
        <p:spPr>
          <a:xfrm>
            <a:off x="698550" y="842148"/>
            <a:ext cx="4965900" cy="4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/>
              <a:t>OUR OBJECTIVE: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60"/>
          <p:cNvSpPr txBox="1"/>
          <p:nvPr>
            <p:ph type="ctrTitle"/>
          </p:nvPr>
        </p:nvSpPr>
        <p:spPr>
          <a:xfrm>
            <a:off x="722400" y="256187"/>
            <a:ext cx="7699200" cy="6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cxnSp>
        <p:nvCxnSpPr>
          <p:cNvPr id="371" name="Google Shape;371;p60"/>
          <p:cNvCxnSpPr/>
          <p:nvPr/>
        </p:nvCxnSpPr>
        <p:spPr>
          <a:xfrm>
            <a:off x="8192475" y="430025"/>
            <a:ext cx="96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2" name="Google Shape;372;p60"/>
          <p:cNvSpPr txBox="1"/>
          <p:nvPr/>
        </p:nvSpPr>
        <p:spPr>
          <a:xfrm>
            <a:off x="6859575" y="256175"/>
            <a:ext cx="13329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03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73" name="Google Shape;373;p60"/>
          <p:cNvPicPr preferRelativeResize="0"/>
          <p:nvPr/>
        </p:nvPicPr>
        <p:blipFill rotWithShape="1">
          <a:blip r:embed="rId3">
            <a:alphaModFix/>
          </a:blip>
          <a:srcRect b="34018" l="383" r="48542" t="2231"/>
          <a:stretch/>
        </p:blipFill>
        <p:spPr>
          <a:xfrm>
            <a:off x="540900" y="1040250"/>
            <a:ext cx="8062198" cy="149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60"/>
          <p:cNvPicPr preferRelativeResize="0"/>
          <p:nvPr/>
        </p:nvPicPr>
        <p:blipFill rotWithShape="1">
          <a:blip r:embed="rId3">
            <a:alphaModFix/>
          </a:blip>
          <a:srcRect b="33808" l="51835" r="0" t="2583"/>
          <a:stretch/>
        </p:blipFill>
        <p:spPr>
          <a:xfrm>
            <a:off x="540900" y="2784725"/>
            <a:ext cx="8062198" cy="1580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9" name="Google Shape;379;p61"/>
          <p:cNvCxnSpPr/>
          <p:nvPr/>
        </p:nvCxnSpPr>
        <p:spPr>
          <a:xfrm>
            <a:off x="8192475" y="430025"/>
            <a:ext cx="96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0" name="Google Shape;380;p61"/>
          <p:cNvSpPr txBox="1"/>
          <p:nvPr/>
        </p:nvSpPr>
        <p:spPr>
          <a:xfrm>
            <a:off x="6859575" y="256175"/>
            <a:ext cx="13329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04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1" name="Google Shape;381;p61"/>
          <p:cNvSpPr txBox="1"/>
          <p:nvPr>
            <p:ph idx="4294967295" type="ctrTitle"/>
          </p:nvPr>
        </p:nvSpPr>
        <p:spPr>
          <a:xfrm>
            <a:off x="722400" y="106937"/>
            <a:ext cx="7699200" cy="6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</a:t>
            </a:r>
            <a:endParaRPr/>
          </a:p>
        </p:txBody>
      </p:sp>
      <p:pic>
        <p:nvPicPr>
          <p:cNvPr id="382" name="Google Shape;382;p61"/>
          <p:cNvPicPr preferRelativeResize="0"/>
          <p:nvPr/>
        </p:nvPicPr>
        <p:blipFill rotWithShape="1">
          <a:blip r:embed="rId3">
            <a:alphaModFix/>
          </a:blip>
          <a:srcRect b="0" l="23774" r="24149" t="0"/>
          <a:stretch/>
        </p:blipFill>
        <p:spPr>
          <a:xfrm>
            <a:off x="2056975" y="707500"/>
            <a:ext cx="4914652" cy="419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2"/>
          <p:cNvSpPr txBox="1"/>
          <p:nvPr>
            <p:ph idx="4294967295" type="ctrTitle"/>
          </p:nvPr>
        </p:nvSpPr>
        <p:spPr>
          <a:xfrm>
            <a:off x="722400" y="106937"/>
            <a:ext cx="7699200" cy="6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</a:t>
            </a:r>
            <a:endParaRPr/>
          </a:p>
        </p:txBody>
      </p:sp>
      <p:cxnSp>
        <p:nvCxnSpPr>
          <p:cNvPr id="388" name="Google Shape;388;p62"/>
          <p:cNvCxnSpPr/>
          <p:nvPr/>
        </p:nvCxnSpPr>
        <p:spPr>
          <a:xfrm>
            <a:off x="8192475" y="430025"/>
            <a:ext cx="96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9" name="Google Shape;389;p62"/>
          <p:cNvSpPr txBox="1"/>
          <p:nvPr/>
        </p:nvSpPr>
        <p:spPr>
          <a:xfrm>
            <a:off x="6859575" y="256175"/>
            <a:ext cx="13329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05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90" name="Google Shape;390;p62"/>
          <p:cNvPicPr preferRelativeResize="0"/>
          <p:nvPr/>
        </p:nvPicPr>
        <p:blipFill rotWithShape="1">
          <a:blip r:embed="rId3">
            <a:alphaModFix/>
          </a:blip>
          <a:srcRect b="0" l="0" r="15405" t="0"/>
          <a:stretch/>
        </p:blipFill>
        <p:spPr>
          <a:xfrm>
            <a:off x="698600" y="1045475"/>
            <a:ext cx="7746801" cy="3052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3"/>
          <p:cNvSpPr txBox="1"/>
          <p:nvPr>
            <p:ph type="title"/>
          </p:nvPr>
        </p:nvSpPr>
        <p:spPr>
          <a:xfrm>
            <a:off x="713225" y="430500"/>
            <a:ext cx="7332600" cy="9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Experimentation</a:t>
            </a:r>
            <a:endParaRPr/>
          </a:p>
        </p:txBody>
      </p:sp>
      <p:sp>
        <p:nvSpPr>
          <p:cNvPr id="396" name="Google Shape;396;p63"/>
          <p:cNvSpPr txBox="1"/>
          <p:nvPr>
            <p:ph idx="3" type="subTitle"/>
          </p:nvPr>
        </p:nvSpPr>
        <p:spPr>
          <a:xfrm>
            <a:off x="926100" y="1059453"/>
            <a:ext cx="7726800" cy="7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/>
              <a:t>Body Fat % </a:t>
            </a:r>
            <a:r>
              <a:rPr b="0" lang="en" sz="1800"/>
              <a:t>~</a:t>
            </a:r>
            <a:r>
              <a:rPr lang="en" sz="1800"/>
              <a:t> </a:t>
            </a:r>
            <a:r>
              <a:rPr b="0" lang="en" sz="1700"/>
              <a:t>age + neck + chest + abdomen + hip + thigh + knee + ankle + bicep + forearm + wrist + height_cm + weight_kg</a:t>
            </a:r>
            <a:endParaRPr b="0" sz="1700"/>
          </a:p>
        </p:txBody>
      </p:sp>
      <p:cxnSp>
        <p:nvCxnSpPr>
          <p:cNvPr id="397" name="Google Shape;397;p63"/>
          <p:cNvCxnSpPr/>
          <p:nvPr/>
        </p:nvCxnSpPr>
        <p:spPr>
          <a:xfrm>
            <a:off x="8192475" y="430025"/>
            <a:ext cx="96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8" name="Google Shape;398;p63"/>
          <p:cNvSpPr txBox="1"/>
          <p:nvPr/>
        </p:nvSpPr>
        <p:spPr>
          <a:xfrm>
            <a:off x="6859575" y="256175"/>
            <a:ext cx="13329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06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99" name="Google Shape;39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925" y="1870125"/>
            <a:ext cx="5364400" cy="309985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63"/>
          <p:cNvSpPr txBox="1"/>
          <p:nvPr/>
        </p:nvSpPr>
        <p:spPr>
          <a:xfrm>
            <a:off x="812925" y="1155000"/>
            <a:ext cx="7332600" cy="565200"/>
          </a:xfrm>
          <a:prstGeom prst="rect">
            <a:avLst/>
          </a:prstGeom>
          <a:noFill/>
          <a:ln cap="flat" cmpd="sng" w="19050">
            <a:solidFill>
              <a:srgbClr val="0C2E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64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4"/>
          <p:cNvSpPr txBox="1"/>
          <p:nvPr>
            <p:ph type="title"/>
          </p:nvPr>
        </p:nvSpPr>
        <p:spPr>
          <a:xfrm>
            <a:off x="713225" y="430500"/>
            <a:ext cx="7332600" cy="9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Experimentation</a:t>
            </a:r>
            <a:endParaRPr/>
          </a:p>
        </p:txBody>
      </p:sp>
      <p:pic>
        <p:nvPicPr>
          <p:cNvPr id="406" name="Google Shape;406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300" y="1297100"/>
            <a:ext cx="8246901" cy="3157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7" name="Google Shape;407;p64"/>
          <p:cNvCxnSpPr/>
          <p:nvPr/>
        </p:nvCxnSpPr>
        <p:spPr>
          <a:xfrm>
            <a:off x="8192475" y="430025"/>
            <a:ext cx="96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" name="Google Shape;408;p64"/>
          <p:cNvSpPr txBox="1"/>
          <p:nvPr/>
        </p:nvSpPr>
        <p:spPr>
          <a:xfrm>
            <a:off x="6859575" y="256175"/>
            <a:ext cx="13329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07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5"/>
          <p:cNvSpPr txBox="1"/>
          <p:nvPr>
            <p:ph type="title"/>
          </p:nvPr>
        </p:nvSpPr>
        <p:spPr>
          <a:xfrm>
            <a:off x="713225" y="430500"/>
            <a:ext cx="7332600" cy="9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Experimentation</a:t>
            </a:r>
            <a:endParaRPr/>
          </a:p>
        </p:txBody>
      </p:sp>
      <p:sp>
        <p:nvSpPr>
          <p:cNvPr id="414" name="Google Shape;414;p65"/>
          <p:cNvSpPr txBox="1"/>
          <p:nvPr>
            <p:ph idx="5" type="subTitle"/>
          </p:nvPr>
        </p:nvSpPr>
        <p:spPr>
          <a:xfrm>
            <a:off x="791175" y="1209375"/>
            <a:ext cx="3343200" cy="4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pen Sans SemiBold"/>
                <a:ea typeface="Open Sans SemiBold"/>
                <a:cs typeface="Open Sans SemiBold"/>
                <a:sym typeface="Open Sans SemiBold"/>
              </a:rPr>
              <a:t>VIF (Variance Inflation Factor)</a:t>
            </a:r>
            <a:endParaRPr sz="16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415" name="Google Shape;415;p65"/>
          <p:cNvSpPr txBox="1"/>
          <p:nvPr>
            <p:ph idx="3" type="subTitle"/>
          </p:nvPr>
        </p:nvSpPr>
        <p:spPr>
          <a:xfrm>
            <a:off x="884025" y="3408803"/>
            <a:ext cx="7726800" cy="7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Body Fat % </a:t>
            </a:r>
            <a:r>
              <a:rPr b="0" lang="en"/>
              <a:t>~</a:t>
            </a:r>
            <a:r>
              <a:rPr lang="en"/>
              <a:t> </a:t>
            </a:r>
            <a:r>
              <a:rPr b="0" lang="en" sz="2200"/>
              <a:t>age + abdomen + wrist + height_cm</a:t>
            </a:r>
            <a:endParaRPr b="0" sz="2200"/>
          </a:p>
        </p:txBody>
      </p:sp>
      <p:sp>
        <p:nvSpPr>
          <p:cNvPr id="416" name="Google Shape;416;p65"/>
          <p:cNvSpPr txBox="1"/>
          <p:nvPr/>
        </p:nvSpPr>
        <p:spPr>
          <a:xfrm>
            <a:off x="791175" y="3408800"/>
            <a:ext cx="6977100" cy="565200"/>
          </a:xfrm>
          <a:prstGeom prst="rect">
            <a:avLst/>
          </a:prstGeom>
          <a:noFill/>
          <a:ln cap="flat" cmpd="sng" w="19050">
            <a:solidFill>
              <a:srgbClr val="0C2E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64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graphicFrame>
        <p:nvGraphicFramePr>
          <p:cNvPr id="417" name="Google Shape;417;p65"/>
          <p:cNvGraphicFramePr/>
          <p:nvPr/>
        </p:nvGraphicFramePr>
        <p:xfrm>
          <a:off x="791176" y="163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{27A8696E-3FEB-4B7E-84F4-D241E987192C}</a:tableStyleId>
              </a:tblPr>
              <a:tblGrid>
                <a:gridCol w="521975"/>
                <a:gridCol w="597500"/>
                <a:gridCol w="744125"/>
                <a:gridCol w="900925"/>
                <a:gridCol w="603025"/>
                <a:gridCol w="755600"/>
                <a:gridCol w="616575"/>
                <a:gridCol w="894850"/>
                <a:gridCol w="1151700"/>
              </a:tblGrid>
              <a:tr h="318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lt1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age</a:t>
                      </a:r>
                      <a:endParaRPr b="1" sz="1600">
                        <a:solidFill>
                          <a:schemeClr val="lt1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lt1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neck</a:t>
                      </a:r>
                      <a:endParaRPr b="1" sz="1600">
                        <a:solidFill>
                          <a:schemeClr val="lt1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lt1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chest</a:t>
                      </a:r>
                      <a:endParaRPr b="1" sz="1600">
                        <a:solidFill>
                          <a:schemeClr val="lt1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lt1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abdomen</a:t>
                      </a:r>
                      <a:endParaRPr b="1" sz="1600">
                        <a:solidFill>
                          <a:schemeClr val="lt1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lt1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hip</a:t>
                      </a:r>
                      <a:endParaRPr b="1" sz="1600">
                        <a:solidFill>
                          <a:schemeClr val="lt1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lt1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thigh</a:t>
                      </a:r>
                      <a:endParaRPr b="1" sz="1600">
                        <a:solidFill>
                          <a:schemeClr val="lt1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lt1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knee</a:t>
                      </a:r>
                      <a:endParaRPr b="1" sz="1600">
                        <a:solidFill>
                          <a:schemeClr val="lt1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lt1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ankle</a:t>
                      </a:r>
                      <a:endParaRPr b="1" sz="1600">
                        <a:solidFill>
                          <a:schemeClr val="lt1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lt1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bicep</a:t>
                      </a:r>
                      <a:endParaRPr b="1" sz="1600">
                        <a:solidFill>
                          <a:schemeClr val="lt1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2.28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3.93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4CCCC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10.63</a:t>
                      </a:r>
                      <a:endParaRPr sz="1200">
                        <a:solidFill>
                          <a:schemeClr val="dk1"/>
                        </a:solidFill>
                        <a:highlight>
                          <a:srgbClr val="F4CCCC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4CCCC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11.73</a:t>
                      </a:r>
                      <a:endParaRPr sz="1200">
                        <a:solidFill>
                          <a:schemeClr val="dk1"/>
                        </a:solidFill>
                        <a:highlight>
                          <a:srgbClr val="F4CCCC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4CCCC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11.9</a:t>
                      </a:r>
                      <a:endParaRPr sz="1200">
                        <a:solidFill>
                          <a:schemeClr val="dk1"/>
                        </a:solidFill>
                        <a:highlight>
                          <a:srgbClr val="F4CCCC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4CCCC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7.08</a:t>
                      </a:r>
                      <a:endParaRPr sz="1200">
                        <a:solidFill>
                          <a:schemeClr val="dk1"/>
                        </a:solidFill>
                        <a:highlight>
                          <a:srgbClr val="F4CCCC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4.36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1.79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3.39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18" name="Google Shape;418;p65"/>
          <p:cNvGraphicFramePr/>
          <p:nvPr/>
        </p:nvGraphicFramePr>
        <p:xfrm>
          <a:off x="791176" y="244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{27A8696E-3FEB-4B7E-84F4-D241E987192C}</a:tableStyleId>
              </a:tblPr>
              <a:tblGrid>
                <a:gridCol w="744125"/>
                <a:gridCol w="900925"/>
                <a:gridCol w="699350"/>
                <a:gridCol w="1107050"/>
                <a:gridCol w="1142600"/>
              </a:tblGrid>
              <a:tr h="318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lt1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bicep</a:t>
                      </a:r>
                      <a:endParaRPr b="1" sz="1600">
                        <a:solidFill>
                          <a:schemeClr val="lt1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lt1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forearm</a:t>
                      </a:r>
                      <a:endParaRPr b="1" sz="1600">
                        <a:solidFill>
                          <a:schemeClr val="lt1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lt1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wrist</a:t>
                      </a:r>
                      <a:endParaRPr b="1" sz="1600">
                        <a:solidFill>
                          <a:schemeClr val="lt1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lt1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weight_kg</a:t>
                      </a:r>
                      <a:endParaRPr b="1" sz="1600">
                        <a:solidFill>
                          <a:schemeClr val="lt1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lt1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height_cm</a:t>
                      </a:r>
                      <a:endParaRPr b="1" sz="1600">
                        <a:solidFill>
                          <a:schemeClr val="lt1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3.39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2.39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3.22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4CCCC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44.98</a:t>
                      </a:r>
                      <a:endParaRPr sz="1200">
                        <a:solidFill>
                          <a:schemeClr val="dk1"/>
                        </a:solidFill>
                        <a:highlight>
                          <a:srgbClr val="F4CCCC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3.46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6"/>
          <p:cNvSpPr txBox="1"/>
          <p:nvPr>
            <p:ph type="title"/>
          </p:nvPr>
        </p:nvSpPr>
        <p:spPr>
          <a:xfrm>
            <a:off x="713225" y="430500"/>
            <a:ext cx="7332600" cy="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Comparisons</a:t>
            </a:r>
            <a:endParaRPr/>
          </a:p>
        </p:txBody>
      </p:sp>
      <p:sp>
        <p:nvSpPr>
          <p:cNvPr id="424" name="Google Shape;424;p66"/>
          <p:cNvSpPr txBox="1"/>
          <p:nvPr>
            <p:ph idx="3" type="subTitle"/>
          </p:nvPr>
        </p:nvSpPr>
        <p:spPr>
          <a:xfrm>
            <a:off x="713225" y="1113828"/>
            <a:ext cx="7726800" cy="7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/>
              <a:t>1) </a:t>
            </a:r>
            <a:r>
              <a:rPr lang="en" sz="1900"/>
              <a:t>Exhaustive Search</a:t>
            </a:r>
            <a:endParaRPr sz="1800"/>
          </a:p>
        </p:txBody>
      </p:sp>
      <p:pic>
        <p:nvPicPr>
          <p:cNvPr id="425" name="Google Shape;425;p66" title="Screenshot 2026-04-07 at 5.36.0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013" y="2417425"/>
            <a:ext cx="7207026" cy="255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66" title="Screenshot 2026-04-07 at 6.37.44 pm.png"/>
          <p:cNvPicPr preferRelativeResize="0"/>
          <p:nvPr/>
        </p:nvPicPr>
        <p:blipFill rotWithShape="1">
          <a:blip r:embed="rId4">
            <a:alphaModFix/>
          </a:blip>
          <a:srcRect b="2070" l="0" r="0" t="-2070"/>
          <a:stretch/>
        </p:blipFill>
        <p:spPr>
          <a:xfrm>
            <a:off x="4845300" y="0"/>
            <a:ext cx="4141323" cy="24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7"/>
          <p:cNvSpPr txBox="1"/>
          <p:nvPr>
            <p:ph type="title"/>
          </p:nvPr>
        </p:nvSpPr>
        <p:spPr>
          <a:xfrm>
            <a:off x="713225" y="430500"/>
            <a:ext cx="7332600" cy="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Comparisons</a:t>
            </a:r>
            <a:endParaRPr/>
          </a:p>
        </p:txBody>
      </p:sp>
      <p:sp>
        <p:nvSpPr>
          <p:cNvPr id="432" name="Google Shape;432;p67"/>
          <p:cNvSpPr txBox="1"/>
          <p:nvPr>
            <p:ph idx="3" type="subTitle"/>
          </p:nvPr>
        </p:nvSpPr>
        <p:spPr>
          <a:xfrm>
            <a:off x="713225" y="1113828"/>
            <a:ext cx="7726800" cy="7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/>
              <a:t>1) Exhaustive Search</a:t>
            </a:r>
            <a:endParaRPr sz="1800"/>
          </a:p>
        </p:txBody>
      </p:sp>
      <p:pic>
        <p:nvPicPr>
          <p:cNvPr id="433" name="Google Shape;433;p67" title="Screenshot 2026-04-07 at 5.41.2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224" y="1474473"/>
            <a:ext cx="4449927" cy="3540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67"/>
          <p:cNvSpPr txBox="1"/>
          <p:nvPr/>
        </p:nvSpPr>
        <p:spPr>
          <a:xfrm>
            <a:off x="4482050" y="1945050"/>
            <a:ext cx="4570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A86E8"/>
                </a:solidFill>
                <a:latin typeface="Inconsolata"/>
                <a:ea typeface="Inconsolata"/>
                <a:cs typeface="Inconsolata"/>
                <a:sym typeface="Inconsolata"/>
              </a:rPr>
              <a:t>Body fat = </a:t>
            </a:r>
            <a:endParaRPr b="1">
              <a:solidFill>
                <a:srgbClr val="4A86E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A86E8"/>
                </a:solidFill>
                <a:latin typeface="Inconsolata"/>
                <a:ea typeface="Inconsolata"/>
                <a:cs typeface="Inconsolata"/>
                <a:sym typeface="Inconsolata"/>
              </a:rPr>
              <a:t>3.69+ 0.056age+0.76abdomen-1.929wrist-0.128height</a:t>
            </a:r>
            <a:endParaRPr b="1">
              <a:solidFill>
                <a:srgbClr val="4A86E8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435" name="Google Shape;435;p67"/>
          <p:cNvSpPr/>
          <p:nvPr/>
        </p:nvSpPr>
        <p:spPr>
          <a:xfrm>
            <a:off x="3514550" y="3317125"/>
            <a:ext cx="898500" cy="651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6" name="Google Shape;436;p67"/>
          <p:cNvSpPr/>
          <p:nvPr/>
        </p:nvSpPr>
        <p:spPr>
          <a:xfrm>
            <a:off x="3284750" y="4827575"/>
            <a:ext cx="1358100" cy="187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7" name="Google Shape;437;p67"/>
          <p:cNvSpPr/>
          <p:nvPr/>
        </p:nvSpPr>
        <p:spPr>
          <a:xfrm>
            <a:off x="2963275" y="4640075"/>
            <a:ext cx="1893900" cy="187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8" name="Google Shape;438;p67"/>
          <p:cNvSpPr txBox="1"/>
          <p:nvPr/>
        </p:nvSpPr>
        <p:spPr>
          <a:xfrm>
            <a:off x="4482050" y="3392613"/>
            <a:ext cx="457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A86E8"/>
                </a:solidFill>
                <a:latin typeface="Inconsolata"/>
                <a:ea typeface="Inconsolata"/>
                <a:cs typeface="Inconsolata"/>
                <a:sym typeface="Inconsolata"/>
              </a:rPr>
              <a:t>P-value &lt;0.05 =&gt; βi≠0</a:t>
            </a:r>
            <a:endParaRPr b="1">
              <a:solidFill>
                <a:srgbClr val="4A86E8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8"/>
          <p:cNvSpPr txBox="1"/>
          <p:nvPr>
            <p:ph type="title"/>
          </p:nvPr>
        </p:nvSpPr>
        <p:spPr>
          <a:xfrm>
            <a:off x="713225" y="430500"/>
            <a:ext cx="7332600" cy="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Comparisons</a:t>
            </a:r>
            <a:endParaRPr/>
          </a:p>
        </p:txBody>
      </p:sp>
      <p:sp>
        <p:nvSpPr>
          <p:cNvPr id="444" name="Google Shape;444;p68"/>
          <p:cNvSpPr txBox="1"/>
          <p:nvPr>
            <p:ph idx="3" type="subTitle"/>
          </p:nvPr>
        </p:nvSpPr>
        <p:spPr>
          <a:xfrm>
            <a:off x="713225" y="1113828"/>
            <a:ext cx="7726800" cy="7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2</a:t>
            </a:r>
            <a:r>
              <a:rPr lang="en" sz="1900"/>
              <a:t>) </a:t>
            </a:r>
            <a:r>
              <a:rPr lang="en" sz="1900">
                <a:solidFill>
                  <a:srgbClr val="000000"/>
                </a:solidFill>
              </a:rPr>
              <a:t>Backward variable selection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445" name="Google Shape;445;p68" title="Screenshot 2026-04-07 at 5.50.4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575" y="1627626"/>
            <a:ext cx="5346500" cy="1724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68"/>
          <p:cNvSpPr/>
          <p:nvPr/>
        </p:nvSpPr>
        <p:spPr>
          <a:xfrm>
            <a:off x="5113875" y="2260775"/>
            <a:ext cx="947700" cy="1013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7" name="Google Shape;447;p68"/>
          <p:cNvSpPr txBox="1"/>
          <p:nvPr/>
        </p:nvSpPr>
        <p:spPr>
          <a:xfrm>
            <a:off x="6180075" y="1704950"/>
            <a:ext cx="244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4A86E8"/>
                </a:solidFill>
                <a:latin typeface="Inconsolata"/>
                <a:ea typeface="Inconsolata"/>
                <a:cs typeface="Inconsolata"/>
                <a:sym typeface="Inconsolata"/>
              </a:rPr>
              <a:t>P-value &lt; 0.05</a:t>
            </a:r>
            <a:endParaRPr b="1" sz="1600">
              <a:solidFill>
                <a:srgbClr val="4A86E8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448" name="Google Shape;448;p68" title="Screenshot 2026-04-07 at 6.02.4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7596" y="237950"/>
            <a:ext cx="4047253" cy="13896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49" name="Google Shape;449;p68"/>
          <p:cNvSpPr txBox="1"/>
          <p:nvPr/>
        </p:nvSpPr>
        <p:spPr>
          <a:xfrm>
            <a:off x="833575" y="3351875"/>
            <a:ext cx="733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4A86E8"/>
                </a:solidFill>
                <a:latin typeface="Inconsolata"/>
                <a:ea typeface="Inconsolata"/>
                <a:cs typeface="Inconsolata"/>
                <a:sym typeface="Inconsolata"/>
              </a:rPr>
              <a:t>BIC vs. AIC: Using log(n) makes the model "stricter" than the standard AIC. </a:t>
            </a:r>
            <a:endParaRPr b="1" sz="1500">
              <a:solidFill>
                <a:srgbClr val="4A86E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4A86E8"/>
                </a:solidFill>
                <a:latin typeface="Inconsolata"/>
                <a:ea typeface="Inconsolata"/>
                <a:cs typeface="Inconsolata"/>
                <a:sym typeface="Inconsolata"/>
              </a:rPr>
              <a:t>It prefers a simpler model with fewer variables to avoid overfitting.</a:t>
            </a:r>
            <a:endParaRPr b="1" sz="1500">
              <a:solidFill>
                <a:srgbClr val="4A86E8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450" name="Google Shape;450;p68"/>
          <p:cNvSpPr txBox="1"/>
          <p:nvPr/>
        </p:nvSpPr>
        <p:spPr>
          <a:xfrm>
            <a:off x="457200" y="4572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454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200"/>
              <a:t> </a:t>
            </a:r>
            <a:endParaRPr sz="1200"/>
          </a:p>
        </p:txBody>
      </p:sp>
      <p:pic>
        <p:nvPicPr>
          <p:cNvPr id="451" name="Google Shape;451;p68" title="Screenshot 2026-04-07 at 6.39.20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8076" y="3940600"/>
            <a:ext cx="3720626" cy="91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9"/>
          <p:cNvSpPr txBox="1"/>
          <p:nvPr>
            <p:ph type="title"/>
          </p:nvPr>
        </p:nvSpPr>
        <p:spPr>
          <a:xfrm>
            <a:off x="713225" y="430500"/>
            <a:ext cx="7332600" cy="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Comparisons</a:t>
            </a:r>
            <a:endParaRPr/>
          </a:p>
        </p:txBody>
      </p:sp>
      <p:sp>
        <p:nvSpPr>
          <p:cNvPr id="457" name="Google Shape;457;p69"/>
          <p:cNvSpPr txBox="1"/>
          <p:nvPr>
            <p:ph idx="3" type="subTitle"/>
          </p:nvPr>
        </p:nvSpPr>
        <p:spPr>
          <a:xfrm>
            <a:off x="713225" y="1113828"/>
            <a:ext cx="7726800" cy="7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3</a:t>
            </a:r>
            <a:r>
              <a:rPr lang="en" sz="1900"/>
              <a:t>) </a:t>
            </a:r>
            <a:r>
              <a:rPr lang="en" sz="1900">
                <a:solidFill>
                  <a:srgbClr val="000000"/>
                </a:solidFill>
              </a:rPr>
              <a:t>Forward variable selection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458" name="Google Shape;458;p69" title="Screenshot 2026-04-07 at 5.57.1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1650250"/>
            <a:ext cx="5461674" cy="142005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69"/>
          <p:cNvSpPr/>
          <p:nvPr/>
        </p:nvSpPr>
        <p:spPr>
          <a:xfrm>
            <a:off x="5173100" y="1714825"/>
            <a:ext cx="947700" cy="1286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0" name="Google Shape;460;p69"/>
          <p:cNvSpPr txBox="1"/>
          <p:nvPr/>
        </p:nvSpPr>
        <p:spPr>
          <a:xfrm>
            <a:off x="6180075" y="1704950"/>
            <a:ext cx="244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4A86E8"/>
                </a:solidFill>
                <a:latin typeface="Inconsolata"/>
                <a:ea typeface="Inconsolata"/>
                <a:cs typeface="Inconsolata"/>
                <a:sym typeface="Inconsolata"/>
              </a:rPr>
              <a:t>P-value &lt; 0.05</a:t>
            </a:r>
            <a:endParaRPr b="1" sz="1600">
              <a:solidFill>
                <a:srgbClr val="4A86E8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461" name="Google Shape;461;p69" title="Screenshot 2026-04-07 at 6.18.2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5725" y="225975"/>
            <a:ext cx="3845522" cy="1286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62" name="Google Shape;462;p69"/>
          <p:cNvSpPr txBox="1"/>
          <p:nvPr/>
        </p:nvSpPr>
        <p:spPr>
          <a:xfrm>
            <a:off x="762000" y="3443000"/>
            <a:ext cx="7332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4A86E8"/>
                </a:solidFill>
                <a:latin typeface="Inconsolata"/>
                <a:ea typeface="Inconsolata"/>
                <a:cs typeface="Inconsolata"/>
                <a:sym typeface="Inconsolata"/>
              </a:rPr>
              <a:t>Exhaustive</a:t>
            </a:r>
            <a:r>
              <a:rPr b="1" lang="en" sz="1500">
                <a:solidFill>
                  <a:srgbClr val="4A86E8"/>
                </a:solidFill>
                <a:latin typeface="Inconsolata"/>
                <a:ea typeface="Inconsolata"/>
                <a:cs typeface="Inconsolata"/>
                <a:sym typeface="Inconsolata"/>
              </a:rPr>
              <a:t> research is better than Backward/forward variable selection </a:t>
            </a:r>
            <a:endParaRPr b="1" sz="1500">
              <a:solidFill>
                <a:srgbClr val="4A86E8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70"/>
          <p:cNvSpPr txBox="1"/>
          <p:nvPr>
            <p:ph type="title"/>
          </p:nvPr>
        </p:nvSpPr>
        <p:spPr>
          <a:xfrm>
            <a:off x="713225" y="430500"/>
            <a:ext cx="7332600" cy="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 Validation</a:t>
            </a:r>
            <a:endParaRPr/>
          </a:p>
        </p:txBody>
      </p:sp>
      <p:sp>
        <p:nvSpPr>
          <p:cNvPr id="468" name="Google Shape;468;p70"/>
          <p:cNvSpPr txBox="1"/>
          <p:nvPr>
            <p:ph idx="3" type="subTitle"/>
          </p:nvPr>
        </p:nvSpPr>
        <p:spPr>
          <a:xfrm>
            <a:off x="713225" y="1113824"/>
            <a:ext cx="77268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Model 1: Body Fat % ~ </a:t>
            </a:r>
            <a:r>
              <a:rPr b="0" lang="en" sz="1900"/>
              <a:t>age + abdomen + wrist + height_cm</a:t>
            </a:r>
            <a:endParaRPr b="0" sz="1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/>
              <a:t>Model 2: </a:t>
            </a:r>
            <a:r>
              <a:rPr lang="en" sz="1900"/>
              <a:t>Body Fat % ~ </a:t>
            </a:r>
            <a:r>
              <a:rPr b="0" lang="en" sz="1900"/>
              <a:t>abdomen + weight_kg + wrist</a:t>
            </a:r>
            <a:endParaRPr b="0" sz="1900"/>
          </a:p>
        </p:txBody>
      </p:sp>
      <p:sp>
        <p:nvSpPr>
          <p:cNvPr id="469" name="Google Shape;469;p70"/>
          <p:cNvSpPr txBox="1"/>
          <p:nvPr>
            <p:ph idx="5" type="subTitle"/>
          </p:nvPr>
        </p:nvSpPr>
        <p:spPr>
          <a:xfrm>
            <a:off x="713225" y="3986500"/>
            <a:ext cx="7726800" cy="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We choose Model 1 given the smaller errors, despite the lower R</a:t>
            </a:r>
            <a:r>
              <a:rPr baseline="30000" lang="en"/>
              <a:t>2</a:t>
            </a:r>
            <a:endParaRPr baseline="30000"/>
          </a:p>
        </p:txBody>
      </p:sp>
      <p:pic>
        <p:nvPicPr>
          <p:cNvPr id="470" name="Google Shape;470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225" y="2199100"/>
            <a:ext cx="3525000" cy="1570225"/>
          </a:xfrm>
          <a:prstGeom prst="rect">
            <a:avLst/>
          </a:prstGeom>
          <a:noFill/>
          <a:ln cap="flat" cmpd="sng" w="19050">
            <a:solidFill>
              <a:srgbClr val="0C2E3A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1"/>
          <p:cNvSpPr txBox="1"/>
          <p:nvPr>
            <p:ph type="title"/>
          </p:nvPr>
        </p:nvSpPr>
        <p:spPr>
          <a:xfrm>
            <a:off x="713225" y="430500"/>
            <a:ext cx="7332600" cy="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Assumptions Checking</a:t>
            </a:r>
            <a:endParaRPr sz="3500"/>
          </a:p>
        </p:txBody>
      </p:sp>
      <p:sp>
        <p:nvSpPr>
          <p:cNvPr id="476" name="Google Shape;476;p71"/>
          <p:cNvSpPr txBox="1"/>
          <p:nvPr>
            <p:ph idx="3" type="subTitle"/>
          </p:nvPr>
        </p:nvSpPr>
        <p:spPr>
          <a:xfrm>
            <a:off x="708600" y="950703"/>
            <a:ext cx="7726800" cy="7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/>
              <a:t>Linearity, Normality</a:t>
            </a:r>
            <a:endParaRPr sz="1700"/>
          </a:p>
        </p:txBody>
      </p:sp>
      <p:pic>
        <p:nvPicPr>
          <p:cNvPr id="477" name="Google Shape;477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975" y="1380925"/>
            <a:ext cx="7636049" cy="352159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71"/>
          <p:cNvSpPr txBox="1"/>
          <p:nvPr/>
        </p:nvSpPr>
        <p:spPr>
          <a:xfrm>
            <a:off x="3578100" y="1038900"/>
            <a:ext cx="375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A86E8"/>
                </a:solidFill>
                <a:latin typeface="Inconsolata"/>
                <a:ea typeface="Inconsolata"/>
                <a:cs typeface="Inconsolata"/>
                <a:sym typeface="Inconsolata"/>
              </a:rPr>
              <a:t>O</a:t>
            </a:r>
            <a:r>
              <a:rPr b="1" lang="en">
                <a:solidFill>
                  <a:srgbClr val="4A86E8"/>
                </a:solidFill>
                <a:latin typeface="Inconsolata"/>
                <a:ea typeface="Inconsolata"/>
                <a:cs typeface="Inconsolata"/>
                <a:sym typeface="Inconsolata"/>
              </a:rPr>
              <a:t>verestimating the body fat percentage</a:t>
            </a:r>
            <a:endParaRPr b="1">
              <a:solidFill>
                <a:srgbClr val="4A86E8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479" name="Google Shape;479;p71"/>
          <p:cNvSpPr/>
          <p:nvPr/>
        </p:nvSpPr>
        <p:spPr>
          <a:xfrm>
            <a:off x="4050200" y="1380925"/>
            <a:ext cx="298200" cy="17169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000000">
              <a:alpha val="0"/>
            </a:srgbClr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72"/>
          <p:cNvSpPr txBox="1"/>
          <p:nvPr>
            <p:ph type="title"/>
          </p:nvPr>
        </p:nvSpPr>
        <p:spPr>
          <a:xfrm>
            <a:off x="713225" y="430500"/>
            <a:ext cx="7332600" cy="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Assumptions Checking</a:t>
            </a:r>
            <a:endParaRPr sz="3500"/>
          </a:p>
        </p:txBody>
      </p:sp>
      <p:sp>
        <p:nvSpPr>
          <p:cNvPr id="485" name="Google Shape;485;p72"/>
          <p:cNvSpPr txBox="1"/>
          <p:nvPr>
            <p:ph idx="3" type="subTitle"/>
          </p:nvPr>
        </p:nvSpPr>
        <p:spPr>
          <a:xfrm>
            <a:off x="708600" y="950703"/>
            <a:ext cx="7726800" cy="7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/>
              <a:t>Independence, Homoskedasticity</a:t>
            </a:r>
            <a:endParaRPr sz="1700"/>
          </a:p>
        </p:txBody>
      </p:sp>
      <p:pic>
        <p:nvPicPr>
          <p:cNvPr id="486" name="Google Shape;486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350" y="1478800"/>
            <a:ext cx="5853399" cy="3312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73"/>
          <p:cNvSpPr txBox="1"/>
          <p:nvPr>
            <p:ph type="title"/>
          </p:nvPr>
        </p:nvSpPr>
        <p:spPr>
          <a:xfrm>
            <a:off x="713225" y="430500"/>
            <a:ext cx="7332600" cy="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Final Model</a:t>
            </a:r>
            <a:endParaRPr sz="3500"/>
          </a:p>
        </p:txBody>
      </p:sp>
      <p:sp>
        <p:nvSpPr>
          <p:cNvPr id="492" name="Google Shape;492;p73"/>
          <p:cNvSpPr txBox="1"/>
          <p:nvPr>
            <p:ph idx="3" type="subTitle"/>
          </p:nvPr>
        </p:nvSpPr>
        <p:spPr>
          <a:xfrm>
            <a:off x="920100" y="1287803"/>
            <a:ext cx="7726800" cy="7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Body Fat % </a:t>
            </a:r>
            <a:r>
              <a:rPr b="0" lang="en"/>
              <a:t>~</a:t>
            </a:r>
            <a:r>
              <a:rPr lang="en"/>
              <a:t> </a:t>
            </a:r>
            <a:r>
              <a:rPr b="0" lang="en" sz="2200"/>
              <a:t>age + abdomen + wrist + height_cm</a:t>
            </a:r>
            <a:endParaRPr b="0" sz="2200"/>
          </a:p>
        </p:txBody>
      </p:sp>
      <p:sp>
        <p:nvSpPr>
          <p:cNvPr id="493" name="Google Shape;493;p73"/>
          <p:cNvSpPr txBox="1"/>
          <p:nvPr/>
        </p:nvSpPr>
        <p:spPr>
          <a:xfrm>
            <a:off x="827250" y="1287800"/>
            <a:ext cx="6977100" cy="565200"/>
          </a:xfrm>
          <a:prstGeom prst="rect">
            <a:avLst/>
          </a:prstGeom>
          <a:noFill/>
          <a:ln cap="flat" cmpd="sng" w="19050">
            <a:solidFill>
              <a:srgbClr val="0C2E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64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494" name="Google Shape;494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250" y="2044103"/>
            <a:ext cx="5110120" cy="2794597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73"/>
          <p:cNvSpPr/>
          <p:nvPr/>
        </p:nvSpPr>
        <p:spPr>
          <a:xfrm>
            <a:off x="5085350" y="4466250"/>
            <a:ext cx="545700" cy="162600"/>
          </a:xfrm>
          <a:prstGeom prst="rect">
            <a:avLst/>
          </a:prstGeom>
          <a:solidFill>
            <a:srgbClr val="FE817C">
              <a:alpha val="383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6" name="Google Shape;496;p73"/>
          <p:cNvSpPr/>
          <p:nvPr/>
        </p:nvSpPr>
        <p:spPr>
          <a:xfrm>
            <a:off x="2508475" y="4466250"/>
            <a:ext cx="545700" cy="162600"/>
          </a:xfrm>
          <a:prstGeom prst="rect">
            <a:avLst/>
          </a:prstGeom>
          <a:solidFill>
            <a:srgbClr val="FE817C">
              <a:alpha val="383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7" name="Google Shape;497;p73"/>
          <p:cNvSpPr/>
          <p:nvPr/>
        </p:nvSpPr>
        <p:spPr>
          <a:xfrm>
            <a:off x="827250" y="3184550"/>
            <a:ext cx="1681200" cy="670500"/>
          </a:xfrm>
          <a:prstGeom prst="rect">
            <a:avLst/>
          </a:prstGeom>
          <a:solidFill>
            <a:srgbClr val="FE817C">
              <a:alpha val="383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74"/>
          <p:cNvSpPr txBox="1"/>
          <p:nvPr>
            <p:ph idx="6" type="ctrTitle"/>
          </p:nvPr>
        </p:nvSpPr>
        <p:spPr>
          <a:xfrm flipH="1">
            <a:off x="1415925" y="3091750"/>
            <a:ext cx="3039000" cy="818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Open Sans"/>
                <a:ea typeface="Open Sans"/>
                <a:cs typeface="Open Sans"/>
                <a:sym typeface="Open Sans"/>
              </a:rPr>
              <a:t>Measurement errors in the outcome</a:t>
            </a:r>
            <a:endParaRPr sz="2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3" name="Google Shape;503;p74"/>
          <p:cNvSpPr txBox="1"/>
          <p:nvPr>
            <p:ph idx="7" type="subTitle"/>
          </p:nvPr>
        </p:nvSpPr>
        <p:spPr>
          <a:xfrm flipH="1">
            <a:off x="1415875" y="3907452"/>
            <a:ext cx="2562000" cy="891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74"/>
          <p:cNvSpPr txBox="1"/>
          <p:nvPr>
            <p:ph idx="8" type="title"/>
          </p:nvPr>
        </p:nvSpPr>
        <p:spPr>
          <a:xfrm flipH="1">
            <a:off x="723428" y="2846638"/>
            <a:ext cx="733500" cy="1350000"/>
          </a:xfrm>
          <a:prstGeom prst="rect">
            <a:avLst/>
          </a:prstGeom>
        </p:spPr>
        <p:txBody>
          <a:bodyPr anchorCtr="0" anchor="t" bIns="91425" lIns="91425" spcFirstLastPara="1" rIns="91425" wrap="square" tIns="365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05" name="Google Shape;505;p74"/>
          <p:cNvSpPr txBox="1"/>
          <p:nvPr>
            <p:ph idx="15" type="ctrTitle"/>
          </p:nvPr>
        </p:nvSpPr>
        <p:spPr>
          <a:xfrm>
            <a:off x="715450" y="436050"/>
            <a:ext cx="77130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 sz="3600"/>
          </a:p>
        </p:txBody>
      </p:sp>
      <p:sp>
        <p:nvSpPr>
          <p:cNvPr id="506" name="Google Shape;506;p74"/>
          <p:cNvSpPr txBox="1"/>
          <p:nvPr>
            <p:ph type="ctrTitle"/>
          </p:nvPr>
        </p:nvSpPr>
        <p:spPr>
          <a:xfrm flipH="1">
            <a:off x="1415650" y="1509850"/>
            <a:ext cx="2845800" cy="818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Open Sans"/>
                <a:ea typeface="Open Sans"/>
                <a:cs typeface="Open Sans"/>
                <a:sym typeface="Open Sans"/>
              </a:rPr>
              <a:t>Model predicts only male adults</a:t>
            </a:r>
            <a:endParaRPr sz="22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507" name="Google Shape;507;p74"/>
          <p:cNvSpPr txBox="1"/>
          <p:nvPr>
            <p:ph idx="2" type="title"/>
          </p:nvPr>
        </p:nvSpPr>
        <p:spPr>
          <a:xfrm flipH="1">
            <a:off x="720753" y="1263787"/>
            <a:ext cx="733500" cy="1353300"/>
          </a:xfrm>
          <a:prstGeom prst="rect">
            <a:avLst/>
          </a:prstGeom>
        </p:spPr>
        <p:txBody>
          <a:bodyPr anchorCtr="0" anchor="t" bIns="91425" lIns="91425" spcFirstLastPara="1" rIns="91425" wrap="square" tIns="365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08" name="Google Shape;508;p74"/>
          <p:cNvSpPr txBox="1"/>
          <p:nvPr>
            <p:ph idx="3" type="ctrTitle"/>
          </p:nvPr>
        </p:nvSpPr>
        <p:spPr>
          <a:xfrm>
            <a:off x="4829051" y="1509859"/>
            <a:ext cx="2395800" cy="818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200">
                <a:latin typeface="Open Sans"/>
                <a:ea typeface="Open Sans"/>
                <a:cs typeface="Open Sans"/>
                <a:sym typeface="Open Sans"/>
              </a:rPr>
              <a:t>Relatively small sample size</a:t>
            </a:r>
            <a:endParaRPr sz="3100"/>
          </a:p>
        </p:txBody>
      </p:sp>
      <p:sp>
        <p:nvSpPr>
          <p:cNvPr id="509" name="Google Shape;509;p74"/>
          <p:cNvSpPr txBox="1"/>
          <p:nvPr>
            <p:ph idx="5" type="title"/>
          </p:nvPr>
        </p:nvSpPr>
        <p:spPr>
          <a:xfrm>
            <a:off x="4133313" y="1267087"/>
            <a:ext cx="733500" cy="1350000"/>
          </a:xfrm>
          <a:prstGeom prst="rect">
            <a:avLst/>
          </a:prstGeom>
        </p:spPr>
        <p:txBody>
          <a:bodyPr anchorCtr="0" anchor="t" bIns="91425" lIns="91425" spcFirstLastPara="1" rIns="91425" wrap="square" tIns="365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10" name="Google Shape;510;p74"/>
          <p:cNvSpPr txBox="1"/>
          <p:nvPr>
            <p:ph idx="9" type="ctrTitle"/>
          </p:nvPr>
        </p:nvSpPr>
        <p:spPr>
          <a:xfrm>
            <a:off x="4829050" y="3091750"/>
            <a:ext cx="3039000" cy="1104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Open Sans"/>
                <a:ea typeface="Open Sans"/>
                <a:cs typeface="Open Sans"/>
                <a:sym typeface="Open Sans"/>
              </a:rPr>
              <a:t>Tape measurement errors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1" name="Google Shape;511;p74"/>
          <p:cNvSpPr txBox="1"/>
          <p:nvPr>
            <p:ph idx="14" type="title"/>
          </p:nvPr>
        </p:nvSpPr>
        <p:spPr>
          <a:xfrm>
            <a:off x="4130513" y="2846638"/>
            <a:ext cx="733500" cy="1350000"/>
          </a:xfrm>
          <a:prstGeom prst="rect">
            <a:avLst/>
          </a:prstGeom>
        </p:spPr>
        <p:txBody>
          <a:bodyPr anchorCtr="0" anchor="t" bIns="91425" lIns="91425" spcFirstLastPara="1" rIns="91425" wrap="square" tIns="365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cxnSp>
        <p:nvCxnSpPr>
          <p:cNvPr id="512" name="Google Shape;512;p74"/>
          <p:cNvCxnSpPr>
            <a:stCxn id="513" idx="3"/>
          </p:cNvCxnSpPr>
          <p:nvPr/>
        </p:nvCxnSpPr>
        <p:spPr>
          <a:xfrm>
            <a:off x="8192475" y="430025"/>
            <a:ext cx="96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75"/>
          <p:cNvSpPr txBox="1"/>
          <p:nvPr>
            <p:ph idx="7" type="subTitle"/>
          </p:nvPr>
        </p:nvSpPr>
        <p:spPr>
          <a:xfrm flipH="1">
            <a:off x="1415875" y="3907452"/>
            <a:ext cx="2562000" cy="891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9" name="Google Shape;519;p75"/>
          <p:cNvCxnSpPr>
            <a:stCxn id="520" idx="3"/>
          </p:cNvCxnSpPr>
          <p:nvPr/>
        </p:nvCxnSpPr>
        <p:spPr>
          <a:xfrm>
            <a:off x="8192475" y="430025"/>
            <a:ext cx="96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1" name="Google Shape;521;p75"/>
          <p:cNvSpPr txBox="1"/>
          <p:nvPr>
            <p:ph idx="4294967295" type="title"/>
          </p:nvPr>
        </p:nvSpPr>
        <p:spPr>
          <a:xfrm>
            <a:off x="1842750" y="1708055"/>
            <a:ext cx="5458500" cy="17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/>
              <a:t>Thanks!</a:t>
            </a:r>
            <a:endParaRPr sz="7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76"/>
          <p:cNvSpPr txBox="1"/>
          <p:nvPr>
            <p:ph idx="7" type="subTitle"/>
          </p:nvPr>
        </p:nvSpPr>
        <p:spPr>
          <a:xfrm flipH="1">
            <a:off x="1415875" y="3907452"/>
            <a:ext cx="2562000" cy="891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7" name="Google Shape;527;p76"/>
          <p:cNvCxnSpPr>
            <a:stCxn id="528" idx="3"/>
          </p:cNvCxnSpPr>
          <p:nvPr/>
        </p:nvCxnSpPr>
        <p:spPr>
          <a:xfrm>
            <a:off x="8192475" y="430025"/>
            <a:ext cx="96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9" name="Google Shape;529;p76"/>
          <p:cNvSpPr txBox="1"/>
          <p:nvPr>
            <p:ph idx="4294967295" type="subTitle"/>
          </p:nvPr>
        </p:nvSpPr>
        <p:spPr>
          <a:xfrm>
            <a:off x="1485750" y="1764450"/>
            <a:ext cx="6172500" cy="16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5000"/>
              <a:t>Any Questions ?</a:t>
            </a:r>
            <a:endParaRPr sz="5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chnology Consulting Toolkit by Slidesgo">
  <a:themeElements>
    <a:clrScheme name="Simple Light">
      <a:dk1>
        <a:srgbClr val="212121"/>
      </a:dk1>
      <a:lt1>
        <a:srgbClr val="305C54"/>
      </a:lt1>
      <a:dk2>
        <a:srgbClr val="93E6D3"/>
      </a:dk2>
      <a:lt2>
        <a:srgbClr val="F3F3F3"/>
      </a:lt2>
      <a:accent1>
        <a:srgbClr val="44D4B4"/>
      </a:accent1>
      <a:accent2>
        <a:srgbClr val="4C9484"/>
      </a:accent2>
      <a:accent3>
        <a:srgbClr val="B8B9C0"/>
      </a:accent3>
      <a:accent4>
        <a:srgbClr val="FFFFFF"/>
      </a:accent4>
      <a:accent5>
        <a:srgbClr val="FFFFFF"/>
      </a:accent5>
      <a:accent6>
        <a:srgbClr val="FFFFFF"/>
      </a:accent6>
      <a:hlink>
        <a:srgbClr val="21212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